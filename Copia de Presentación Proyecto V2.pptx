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04" r:id="rId4"/>
    <p:sldMasterId id="2147483805" r:id="rId5"/>
    <p:sldMasterId id="2147483806" r:id="rId6"/>
    <p:sldMasterId id="214748380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5143500" cx="9144000"/>
  <p:notesSz cx="6858000" cy="9144000"/>
  <p:embeddedFontLst>
    <p:embeddedFont>
      <p:font typeface="Urbanist Medium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UrbanistSemiBold-italic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3.xml"/><Relationship Id="rId33" Type="http://schemas.openxmlformats.org/officeDocument/2006/relationships/font" Target="fonts/Urbanist-italic.fntdata"/><Relationship Id="rId10" Type="http://schemas.openxmlformats.org/officeDocument/2006/relationships/slide" Target="slides/slide2.xml"/><Relationship Id="rId32" Type="http://schemas.openxmlformats.org/officeDocument/2006/relationships/font" Target="fonts/Urbanist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96dfdc11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396dfdc11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96dfdc1131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96dfdc1131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96dfdc1131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96dfdc1131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96dfdc1131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396dfdc1131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3ed918eee5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3ed918eee5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396dfdc1131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396dfdc1131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396dfdc1131_0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396dfdc1131_0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ebbc2c3d7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3ebbc2c3d7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3e26d3e936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3e26d3e936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e26d3e936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3e26d3e93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3ebc6c0385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3ebc6c0385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396dfdc1131_0_2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396dfdc1131_0_2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3ebbc2c3d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3ebbc2c3d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396dfdc1131_0_2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396dfdc1131_0_2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8" name="Google Shape;18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" name="Google Shape;19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7" name="Google Shape;67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3" name="Google Shape;73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0" name="Google Shape;80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2" name="Google Shape;82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7" name="Google Shape;97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8" name="Google Shape;98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3" name="Google Shape;103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4" name="Google Shape;104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7" name="Google Shape;107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8" name="Google Shape;108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0" name="Google Shape;110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1" name="Google Shape;111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3" name="Google Shape;113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4" name="Google Shape;114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6" name="Google Shape;116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7" name="Google Shape;117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8" name="Google Shape;118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4" name="Google Shape;124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8" name="Google Shape;128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" name="Google Shape;133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5" name="Google Shape;135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7" name="Google Shape;137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8" name="Google Shape;138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0" name="Google Shape;140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1" name="Google Shape;141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" name="Google Shape;142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4" name="Google Shape;144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5" name="Google Shape;145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" name="Google Shape;146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8" name="Google Shape;148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9" name="Google Shape;149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0" name="Google Shape;150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2" name="Google Shape;152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3" name="Google Shape;153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" name="Google Shape;154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6" name="Google Shape;156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0" name="Google Shape;160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6" name="Google Shape;166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3" name="Google Shape;173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4" name="Google Shape;174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79" name="Google Shape;179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4" name="Google Shape;184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5" name="Google Shape;195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6" name="Google Shape;196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7" name="Google Shape;197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" name="Google Shape;199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3" name="Google Shape;203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6" name="Google Shape;206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5" name="Google Shape;225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5" name="Google Shape;245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7" name="Google Shape;247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9" name="Google Shape;249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1" name="Google Shape;251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1" name="Google Shape;261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1" name="Google Shape;271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4" name="Google Shape;274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5" name="Google Shape;275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9" name="Google Shape;289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1" name="Google Shape;291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2" name="Google Shape;292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3" name="Google Shape;293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4" name="Google Shape;294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7" name="Google Shape;297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5" name="Google Shape;305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8" name="Google Shape;308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9" name="Google Shape;309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3" name="Google Shape;313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7" name="Google Shape;317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19" name="Google Shape;31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7" name="Google Shape;327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8" name="Google Shape;328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4" name="Google Shape;33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9" name="Google Shape;33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2" name="Google Shape;34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8" name="Google Shape;3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3" name="Google Shape;35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4" name="Google Shape;35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9" name="Google Shape;35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1" name="Google Shape;371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5" name="Google Shape;375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4" name="Google Shape;394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9" name="Google Shape;399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2" name="Google Shape;402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7" name="Google Shape;40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0" name="Google Shape;41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7" name="Google Shape;417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9" name="Google Shape;439;p4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4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1" name="Google Shape;441;p4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2" name="Google Shape;442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45" name="Google Shape;445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4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7" name="Google Shape;447;p4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8" name="Google Shape;448;p4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9" name="Google Shape;449;p4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52" name="Google Shape;452;p4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4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4" name="Google Shape;454;p4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5" name="Google Shape;455;p4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6" name="Google Shape;456;p4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58" name="Google Shape;458;p4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1" name="Google Shape;461;p4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2" name="Google Shape;462;p4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4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5" name="Google Shape;465;p4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67" name="Google Shape;467;p4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69" name="Google Shape;469;p4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0" name="Google Shape;470;p4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1" name="Google Shape;471;p4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2" name="Google Shape;472;p4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3" name="Google Shape;473;p4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477" name="Google Shape;477;p4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478" name="Google Shape;478;p4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9" name="Google Shape;479;p4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0" name="Google Shape;480;p4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2" name="Google Shape;482;p4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4" name="Google Shape;484;p4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0" name="Google Shape;490;p4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4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4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4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94" name="Google Shape;494;p4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5" name="Google Shape;495;p4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6" name="Google Shape;496;p4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7" name="Google Shape;497;p4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00" name="Google Shape;500;p4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3" name="Google Shape;503;p4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4" name="Google Shape;504;p4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5" name="Google Shape;505;p4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6" name="Google Shape;506;p4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8" name="Google Shape;508;p4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9" name="Google Shape;509;p4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0" name="Google Shape;510;p4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1" name="Google Shape;511;p4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2" name="Google Shape;512;p4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3" name="Google Shape;513;p4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4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5" name="Google Shape;515;p4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6" name="Google Shape;516;p4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4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p4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9" name="Google Shape;519;p4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23" name="Google Shape;523;p4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24" name="Google Shape;524;p4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5" name="Google Shape;525;p4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6" name="Google Shape;526;p4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7" name="Google Shape;527;p4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8" name="Google Shape;528;p4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29" name="Google Shape;529;p4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0" name="Google Shape;530;p4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1" name="Google Shape;531;p4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2" name="Google Shape;532;p4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3" name="Google Shape;533;p4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4" name="Google Shape;534;p4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5" name="Google Shape;535;p4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6" name="Google Shape;536;p4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7" name="Google Shape;537;p4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38" name="Google Shape;538;p4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39" name="Google Shape;539;p4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40" name="Google Shape;540;p4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41" name="Google Shape;541;p4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42" name="Google Shape;542;p4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543" name="Google Shape;543;p4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544" name="Google Shape;544;p4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4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4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1" name="Google Shape;551;p4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2" name="Google Shape;552;p4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3" name="Google Shape;553;p4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54" name="Google Shape;554;p4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4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9" name="Google Shape;559;p5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0" name="Google Shape;560;p5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561" name="Google Shape;561;p5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562" name="Google Shape;562;p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3" name="Google Shape;563;p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4" name="Google Shape;56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66" name="Google Shape;566;p5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67" name="Google Shape;567;p5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8" name="Google Shape;568;p5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69" name="Google Shape;569;p5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70" name="Google Shape;570;p5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71" name="Google Shape;571;p5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2" name="Google Shape;572;p5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3" name="Google Shape;573;p5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74" name="Google Shape;574;p5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75" name="Google Shape;575;p5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6" name="Google Shape;576;p5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7" name="Google Shape;577;p5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78" name="Google Shape;578;p5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579" name="Google Shape;579;p5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0" name="Google Shape;580;p5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1" name="Google Shape;581;p5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582" name="Google Shape;582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7" name="Google Shape;587;p5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8" name="Google Shape;588;p5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9" name="Google Shape;589;p5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0" name="Google Shape;590;p5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91" name="Google Shape;591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5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5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98" name="Google Shape;598;p5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99" name="Google Shape;599;p5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0" name="Google Shape;600;p5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1" name="Google Shape;601;p5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2" name="Google Shape;602;p5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3" name="Google Shape;603;p5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604" name="Google Shape;604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09" name="Google Shape;609;p5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0" name="Google Shape;610;p5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1" name="Google Shape;611;p5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12" name="Google Shape;612;p5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3" name="Google Shape;613;p5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4" name="Google Shape;614;p5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5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6" name="Google Shape;616;p5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17" name="Google Shape;617;p5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8" name="Google Shape;618;p5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9" name="Google Shape;619;p5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20" name="Google Shape;620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1" name="Google Shape;621;p5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22" name="Google Shape;622;p5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5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4" name="Google Shape;624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628" name="Google Shape;628;p5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9" name="Google Shape;629;p5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0" name="Google Shape;630;p5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31" name="Google Shape;631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5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4" name="Google Shape;634;p5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5" name="Google Shape;635;p5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6" name="Google Shape;636;p5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7" name="Google Shape;637;p5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38" name="Google Shape;638;p5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5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0" name="Google Shape;640;p5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1" name="Google Shape;641;p5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42" name="Google Shape;642;p5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3" name="Google Shape;643;p5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4" name="Google Shape;644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5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5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5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0" name="Google Shape;650;p5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1" name="Google Shape;651;p5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2" name="Google Shape;652;p5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3" name="Google Shape;653;p5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54" name="Google Shape;654;p5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5" name="Google Shape;655;p5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6" name="Google Shape;656;p5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57" name="Google Shape;657;p5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9" name="Google Shape;659;p5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0" name="Google Shape;660;p5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1" name="Google Shape;661;p5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2" name="Google Shape;662;p5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3" name="Google Shape;663;p5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4" name="Google Shape;664;p5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5" name="Google Shape;665;p5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6" name="Google Shape;666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70" name="Google Shape;670;p5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5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2" name="Google Shape;672;p5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3" name="Google Shape;673;p5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74" name="Google Shape;674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5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676" name="Google Shape;676;p5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5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8" name="Google Shape;678;p5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9" name="Google Shape;679;p5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0" name="Google Shape;680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4" name="Google Shape;684;p5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5" name="Google Shape;685;p5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86" name="Google Shape;686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5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5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5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5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5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5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3" name="Google Shape;693;p5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4" name="Google Shape;694;p5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5" name="Google Shape;695;p5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696" name="Google Shape;696;p5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5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5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9" name="Google Shape;699;p5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00" name="Google Shape;700;p5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5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5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5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4" name="Google Shape;704;p5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5" name="Google Shape;705;p5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6" name="Google Shape;706;p5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7" name="Google Shape;707;p5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8" name="Google Shape;708;p5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09" name="Google Shape;709;p5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0" name="Google Shape;710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14" name="Google Shape;714;p5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15" name="Google Shape;715;p5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16" name="Google Shape;716;p5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17" name="Google Shape;717;p5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8" name="Google Shape;718;p5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19" name="Google Shape;719;p5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0" name="Google Shape;720;p5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1" name="Google Shape;721;p5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22" name="Google Shape;722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5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4" name="Google Shape;724;p5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5" name="Google Shape;725;p5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6" name="Google Shape;726;p5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7" name="Google Shape;727;p5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8" name="Google Shape;728;p5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9" name="Google Shape;729;p5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0" name="Google Shape;730;p5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1" name="Google Shape;731;p5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2" name="Google Shape;732;p5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3" name="Google Shape;733;p5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4" name="Google Shape;734;p5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5" name="Google Shape;735;p5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6" name="Google Shape;736;p5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7" name="Google Shape;737;p5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38" name="Google Shape;738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9" name="Google Shape;739;p5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2" name="Google Shape;742;p5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3" name="Google Shape;743;p5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4" name="Google Shape;744;p5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5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5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5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5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749" name="Google Shape;749;p5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0" name="Google Shape;750;p5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1" name="Google Shape;751;p5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752" name="Google Shape;752;p5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753" name="Google Shape;753;p5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4" name="Google Shape;754;p5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5" name="Google Shape;755;p5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6" name="Google Shape;756;p5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9" name="Google Shape;759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7" name="Google Shape;767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68" name="Google Shape;768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3" name="Google Shape;773;p6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79" name="Google Shape;779;p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8" name="Google Shape;788;p7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9" name="Google Shape;789;p7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0" name="Google Shape;790;p7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1" name="Google Shape;791;p7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2" name="Google Shape;792;p7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3" name="Google Shape;793;p7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6" name="Google Shape;796;p7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7" name="Google Shape;797;p7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1" name="Google Shape;801;p7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2" name="Google Shape;802;p7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3" name="Google Shape;803;p7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6" name="Google Shape;806;p7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7" name="Google Shape;807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8" name="Google Shape;808;p7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9" name="Google Shape;809;p7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0" name="Google Shape;810;p7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1" name="Google Shape;811;p7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4" name="Google Shape;814;p7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5" name="Google Shape;815;p7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6" name="Google Shape;816;p7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7" name="Google Shape;817;p7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8" name="Google Shape;818;p7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7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7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1" name="Google Shape;821;p7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4" name="Google Shape;824;p7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7" name="Google Shape;827;p7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8" name="Google Shape;828;p7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7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0" name="Google Shape;83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1" name="Google Shape;831;p7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2" name="Google Shape;832;p7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5" name="Google Shape;835;p7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6" name="Google Shape;836;p7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7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8" name="Google Shape;838;p7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7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0" name="Google Shape;840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1" name="Google Shape;841;p7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2" name="Google Shape;842;p7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3" name="Google Shape;843;p7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8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8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8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8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8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8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4" name="Google Shape;854;p8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8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8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8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4" name="Google Shape;864;p8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5" name="Google Shape;865;p8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6" name="Google Shape;866;p8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7" name="Google Shape;867;p8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8" name="Google Shape;868;p8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9" name="Google Shape;869;p8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0" name="Google Shape;870;p8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71" name="Google Shape;871;p8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8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3" name="Google Shape;873;p8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4" name="Google Shape;874;p8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5" name="Google Shape;875;p8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878" name="Google Shape;878;p8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8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0" name="Google Shape;880;p8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1" name="Google Shape;881;p8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2" name="Google Shape;882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3" name="Google Shape;883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84" name="Google Shape;884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7" name="Google Shape;887;p8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88" name="Google Shape;888;p8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9" name="Google Shape;889;p8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0" name="Google Shape;890;p8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1" name="Google Shape;89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2" name="Google Shape;89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93" name="Google Shape;89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8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5" name="Google Shape;895;p8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6" name="Google Shape;896;p8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7" name="Google Shape;897;p8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898" name="Google Shape;898;p8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899" name="Google Shape;899;p8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02" name="Google Shape;902;p8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03" name="Google Shape;903;p8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04" name="Google Shape;904;p8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05" name="Google Shape;905;p8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6" name="Google Shape;906;p8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7" name="Google Shape;907;p8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8" name="Google Shape;908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9" name="Google Shape;909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10" name="Google Shape;910;p8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8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8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6" name="Google Shape;916;p8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8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8" name="Google Shape;918;p8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8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920" name="Google Shape;920;p8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1" name="Google Shape;921;p8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2" name="Google Shape;922;p8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3" name="Google Shape;923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8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926" name="Google Shape;926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9" name="Google Shape;929;p8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30" name="Google Shape;930;p8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31" name="Google Shape;931;p8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932" name="Google Shape;932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8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4" name="Google Shape;934;p8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5" name="Google Shape;935;p8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6" name="Google Shape;936;p8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7" name="Google Shape;937;p8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8" name="Google Shape;938;p8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9" name="Google Shape;939;p8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0" name="Google Shape;940;p8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1" name="Google Shape;941;p8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2" name="Google Shape;942;p8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3" name="Google Shape;943;p8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4" name="Google Shape;944;p8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5" name="Google Shape;945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6" name="Google Shape;946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49" name="Google Shape;949;p8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0" name="Google Shape;950;p8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51" name="Google Shape;951;p8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52" name="Google Shape;952;p8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54" name="Google Shape;954;p8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5" name="Google Shape;955;p8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56" name="Google Shape;956;p8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7" name="Google Shape;957;p8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58" name="Google Shape;958;p8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59" name="Google Shape;959;p8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0" name="Google Shape;960;p8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1" name="Google Shape;961;p8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62" name="Google Shape;962;p8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3" name="Google Shape;963;p8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4" name="Google Shape;964;p8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65" name="Google Shape;965;p8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6" name="Google Shape;966;p8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7" name="Google Shape;967;p8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68" name="Google Shape;968;p8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69" name="Google Shape;969;p8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970" name="Google Shape;970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2" name="Google Shape;972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8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976" name="Google Shape;976;p8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7" name="Google Shape;977;p8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8" name="Google Shape;978;p8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9" name="Google Shape;979;p8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980" name="Google Shape;98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2" name="Google Shape;98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5" name="Google Shape;985;p9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6" name="Google Shape;986;p9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987" name="Google Shape;987;p9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988" name="Google Shape;988;p9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89" name="Google Shape;989;p9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990" name="Google Shape;990;p9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9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92" name="Google Shape;992;p9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993" name="Google Shape;993;p9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4" name="Google Shape;994;p9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5" name="Google Shape;995;p9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996" name="Google Shape;996;p9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997" name="Google Shape;997;p9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8" name="Google Shape;998;p9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99" name="Google Shape;999;p9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000" name="Google Shape;1000;p9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001" name="Google Shape;1001;p9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2" name="Google Shape;1002;p9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3" name="Google Shape;1003;p9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004" name="Google Shape;1004;p9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005" name="Google Shape;1005;p9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6" name="Google Shape;1006;p9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07" name="Google Shape;1007;p9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008" name="Google Shape;1008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0" name="Google Shape;1010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012" name="Google Shape;1012;p9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3" name="Google Shape;1013;p9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14" name="Google Shape;1014;p9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5" name="Google Shape;1015;p9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6" name="Google Shape;1016;p9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7" name="Google Shape;1017;p9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018" name="Google Shape;101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9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9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2" name="Google Shape;1022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025" name="Google Shape;1025;p9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026" name="Google Shape;1026;p9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7" name="Google Shape;1027;p9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8" name="Google Shape;1028;p9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9" name="Google Shape;1029;p9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30" name="Google Shape;1030;p9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031" name="Google Shape;1031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3" name="Google Shape;1033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36" name="Google Shape;1036;p9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37" name="Google Shape;1037;p9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38" name="Google Shape;1038;p9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39" name="Google Shape;1039;p9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0" name="Google Shape;1040;p9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1" name="Google Shape;1041;p9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2" name="Google Shape;1042;p9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3" name="Google Shape;1043;p9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44" name="Google Shape;1044;p9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45" name="Google Shape;1045;p9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46" name="Google Shape;1046;p9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047" name="Google Shape;1047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8" name="Google Shape;1048;p9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049" name="Google Shape;1049;p9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0" name="Google Shape;1050;p9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1" name="Google Shape;1051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2" name="Google Shape;1052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055" name="Google Shape;1055;p9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56" name="Google Shape;1056;p9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57" name="Google Shape;1057;p9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058" name="Google Shape;1058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9" name="Google Shape;1059;p9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0" name="Google Shape;1060;p9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1" name="Google Shape;1061;p9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2" name="Google Shape;1062;p9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3" name="Google Shape;1063;p9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4" name="Google Shape;1064;p9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5" name="Google Shape;1065;p9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6" name="Google Shape;1066;p9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7" name="Google Shape;1067;p9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68" name="Google Shape;1068;p9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9" name="Google Shape;1069;p9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70" name="Google Shape;1070;p9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71" name="Google Shape;107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2" name="Google Shape;107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9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5" name="Google Shape;1075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9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7" name="Google Shape;1077;p9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8" name="Google Shape;1078;p9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9" name="Google Shape;1079;p9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80" name="Google Shape;1080;p9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1" name="Google Shape;1081;p9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2" name="Google Shape;1082;p9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3" name="Google Shape;1083;p9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4" name="Google Shape;1084;p9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5" name="Google Shape;1085;p9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6" name="Google Shape;1086;p9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7" name="Google Shape;1087;p9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8" name="Google Shape;1088;p9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9" name="Google Shape;1089;p9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90" name="Google Shape;1090;p9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91" name="Google Shape;1091;p9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2" name="Google Shape;1092;p9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3" name="Google Shape;1093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4" name="Google Shape;1094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097" name="Google Shape;1097;p9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9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99" name="Google Shape;1099;p9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00" name="Google Shape;1100;p9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01" name="Google Shape;1101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2" name="Google Shape;1102;p9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103" name="Google Shape;1103;p9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p9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5" name="Google Shape;1105;p9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06" name="Google Shape;1106;p9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07" name="Google Shape;1107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8" name="Google Shape;1108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11" name="Google Shape;1111;p9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12" name="Google Shape;1112;p9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13" name="Google Shape;1113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9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5" name="Google Shape;1115;p9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6" name="Google Shape;1116;p9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7" name="Google Shape;1117;p9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8" name="Google Shape;1118;p9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p9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20" name="Google Shape;1120;p9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1" name="Google Shape;1121;p9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22" name="Google Shape;1122;p9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123" name="Google Shape;1123;p9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9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" name="Google Shape;1125;p9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26" name="Google Shape;1126;p9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27" name="Google Shape;1127;p9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8" name="Google Shape;1128;p9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9" name="Google Shape;1129;p9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0" name="Google Shape;1130;p9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1" name="Google Shape;1131;p9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2" name="Google Shape;1132;p9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3" name="Google Shape;1133;p9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4" name="Google Shape;1134;p9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5" name="Google Shape;1135;p9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6" name="Google Shape;1136;p9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37" name="Google Shape;113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8" name="Google Shape;113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41" name="Google Shape;1141;p9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42" name="Google Shape;1142;p9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43" name="Google Shape;1143;p9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44" name="Google Shape;1144;p9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45" name="Google Shape;1145;p9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46" name="Google Shape;1146;p9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7" name="Google Shape;1147;p9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8" name="Google Shape;1148;p9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49" name="Google Shape;1149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0" name="Google Shape;1150;p9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1" name="Google Shape;1151;p9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2" name="Google Shape;1152;p9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3" name="Google Shape;1153;p9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4" name="Google Shape;1154;p9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55" name="Google Shape;1155;p9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6" name="Google Shape;1156;p9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7" name="Google Shape;1157;p9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8" name="Google Shape;1158;p9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9" name="Google Shape;1159;p9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60" name="Google Shape;1160;p9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1" name="Google Shape;1161;p9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2" name="Google Shape;1162;p9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3" name="Google Shape;1163;p9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4" name="Google Shape;1164;p9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65" name="Google Shape;1165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6" name="Google Shape;1166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9" name="Google Shape;1169;p9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70" name="Google Shape;1170;p9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71" name="Google Shape;1171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2" name="Google Shape;1172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3" name="Google Shape;1173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4" name="Google Shape;1174;p9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5" name="Google Shape;1175;p9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176" name="Google Shape;1176;p9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7" name="Google Shape;1177;p9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78" name="Google Shape;1178;p9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1179" name="Google Shape;1179;p9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180" name="Google Shape;1180;p9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81" name="Google Shape;1181;p9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82" name="Google Shape;1182;p9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83" name="Google Shape;1183;p9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86" name="Google Shape;1186;p10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4" name="Google Shape;1194;p10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5" name="Google Shape;1195;p10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0" name="Google Shape;1200;p10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05" name="Google Shape;1205;p10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06" name="Google Shape;1206;p10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0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1" name="Google Shape;1211;p10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1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5" name="Google Shape;1215;p11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6" name="Google Shape;1216;p11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7" name="Google Shape;1217;p11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8" name="Google Shape;1218;p11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9" name="Google Shape;1219;p11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0" name="Google Shape;1220;p11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3" name="Google Shape;1223;p11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4" name="Google Shape;1224;p11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1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7" name="Google Shape;1227;p11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8" name="Google Shape;1228;p11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9" name="Google Shape;1229;p11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0" name="Google Shape;1230;p11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33" name="Google Shape;1233;p11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34" name="Google Shape;1234;p1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5" name="Google Shape;1235;p11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6" name="Google Shape;1236;p11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7" name="Google Shape;1237;p11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8" name="Google Shape;1238;p11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1" name="Google Shape;1241;p11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2" name="Google Shape;1242;p11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3" name="Google Shape;1243;p11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4" name="Google Shape;1244;p11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5" name="Google Shape;1245;p11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6" name="Google Shape;1246;p11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7" name="Google Shape;1247;p11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8" name="Google Shape;1248;p11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1" name="Google Shape;1251;p11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4" name="Google Shape;1254;p1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5" name="Google Shape;1255;p1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6" name="Google Shape;1256;p1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7" name="Google Shape;1257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8" name="Google Shape;1258;p1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59" name="Google Shape;1259;p1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2" name="Google Shape;1262;p1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3" name="Google Shape;1263;p1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4" name="Google Shape;1264;p1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5" name="Google Shape;1265;p1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6" name="Google Shape;1266;p1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7" name="Google Shape;1267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8" name="Google Shape;1268;p1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9" name="Google Shape;1269;p1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70" name="Google Shape;1270;p1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5" name="Google Shape;1275;p1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6" name="Google Shape;1276;p1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7" name="Google Shape;1277;p1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8" name="Google Shape;1278;p1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9" name="Google Shape;1279;p1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0" name="Google Shape;1280;p1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1" name="Google Shape;1281;p1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12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2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1" name="Google Shape;1291;p12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2" name="Google Shape;1292;p12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93" name="Google Shape;1293;p12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94" name="Google Shape;1294;p12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95" name="Google Shape;1295;p1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6" name="Google Shape;1296;p1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7" name="Google Shape;1297;p12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98" name="Google Shape;1298;p1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9" name="Google Shape;1299;p12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0" name="Google Shape;1300;p12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1" name="Google Shape;1301;p12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2" name="Google Shape;1302;p12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305" name="Google Shape;1305;p12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6" name="Google Shape;1306;p1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07" name="Google Shape;1307;p1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08" name="Google Shape;1308;p1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09" name="Google Shape;1309;p1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0" name="Google Shape;1310;p1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11" name="Google Shape;1311;p1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2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4" name="Google Shape;1314;p12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5" name="Google Shape;1315;p12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6" name="Google Shape;1316;p12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7" name="Google Shape;1317;p12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18" name="Google Shape;1318;p1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9" name="Google Shape;1319;p1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20" name="Google Shape;1320;p1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1" name="Google Shape;1321;p12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2" name="Google Shape;1322;p12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3" name="Google Shape;1323;p12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4" name="Google Shape;1324;p12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325" name="Google Shape;1325;p12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326" name="Google Shape;1326;p12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2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2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330" name="Google Shape;1330;p12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331" name="Google Shape;1331;p12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332" name="Google Shape;1332;p12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3" name="Google Shape;1333;p12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4" name="Google Shape;1334;p12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35" name="Google Shape;1335;p1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36" name="Google Shape;1336;p1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37" name="Google Shape;1337;p12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12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12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1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3" name="Google Shape;1343;p12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p12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5" name="Google Shape;1345;p12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6" name="Google Shape;1346;p12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347" name="Google Shape;1347;p12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8" name="Google Shape;1348;p12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9" name="Google Shape;1349;p12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0" name="Google Shape;1350;p1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1" name="Google Shape;1351;p1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2" name="Google Shape;1352;p12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353" name="Google Shape;1353;p1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2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7" name="Google Shape;1357;p1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8" name="Google Shape;1358;p1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9" name="Google Shape;1359;p12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360" name="Google Shape;1360;p1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12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2" name="Google Shape;1362;p12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3" name="Google Shape;1363;p12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4" name="Google Shape;1364;p12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5" name="Google Shape;1365;p12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6" name="Google Shape;1366;p12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67" name="Google Shape;1367;p12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8" name="Google Shape;1368;p12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9" name="Google Shape;1369;p12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0" name="Google Shape;1370;p12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1" name="Google Shape;1371;p12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2" name="Google Shape;1372;p12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3" name="Google Shape;1373;p1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4" name="Google Shape;1374;p1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2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77" name="Google Shape;1377;p12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78" name="Google Shape;1378;p12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79" name="Google Shape;1379;p12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80" name="Google Shape;1380;p12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81" name="Google Shape;1381;p12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82" name="Google Shape;1382;p12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3" name="Google Shape;1383;p12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84" name="Google Shape;1384;p12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5" name="Google Shape;1385;p12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6" name="Google Shape;1386;p12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87" name="Google Shape;1387;p12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8" name="Google Shape;1388;p12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89" name="Google Shape;1389;p12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90" name="Google Shape;1390;p12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1" name="Google Shape;1391;p12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2" name="Google Shape;1392;p12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93" name="Google Shape;1393;p12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4" name="Google Shape;1394;p12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5" name="Google Shape;1395;p12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96" name="Google Shape;1396;p12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97" name="Google Shape;1397;p12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398" name="Google Shape;1398;p1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9" name="Google Shape;1399;p1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0" name="Google Shape;1400;p1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3" name="Google Shape;1403;p12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404" name="Google Shape;1404;p12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5" name="Google Shape;1405;p12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6" name="Google Shape;1406;p12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7" name="Google Shape;1407;p12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408" name="Google Shape;1408;p1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1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10" name="Google Shape;1410;p1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13" name="Google Shape;1413;p13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14" name="Google Shape;1414;p13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415" name="Google Shape;1415;p13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16" name="Google Shape;1416;p13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17" name="Google Shape;1417;p13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18" name="Google Shape;1418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9" name="Google Shape;1419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20" name="Google Shape;1420;p13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1" name="Google Shape;1421;p13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2" name="Google Shape;1422;p13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3" name="Google Shape;1423;p13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24" name="Google Shape;1424;p13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5" name="Google Shape;1425;p13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6" name="Google Shape;1426;p13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7" name="Google Shape;1427;p13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28" name="Google Shape;1428;p13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9" name="Google Shape;1429;p13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0" name="Google Shape;1430;p13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1" name="Google Shape;1431;p13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32" name="Google Shape;1432;p13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33" name="Google Shape;1433;p13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4" name="Google Shape;1434;p13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5" name="Google Shape;1435;p13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436" name="Google Shape;1436;p1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7" name="Google Shape;1437;p1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8" name="Google Shape;1438;p1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440" name="Google Shape;1440;p13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1" name="Google Shape;1441;p13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2" name="Google Shape;1442;p13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43" name="Google Shape;1443;p13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44" name="Google Shape;1444;p13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45" name="Google Shape;1445;p13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446" name="Google Shape;1446;p1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13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13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1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0" name="Google Shape;1450;p1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3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53" name="Google Shape;1453;p13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4" name="Google Shape;1454;p13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5" name="Google Shape;1455;p13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6" name="Google Shape;1456;p13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7" name="Google Shape;1457;p13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8" name="Google Shape;1458;p13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459" name="Google Shape;1459;p1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0" name="Google Shape;1460;p1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1" name="Google Shape;1461;p1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3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64" name="Google Shape;1464;p13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5" name="Google Shape;1465;p13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6" name="Google Shape;1466;p13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67" name="Google Shape;1467;p13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8" name="Google Shape;1468;p13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69" name="Google Shape;1469;p13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0" name="Google Shape;1470;p13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1" name="Google Shape;1471;p13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2" name="Google Shape;1472;p13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3" name="Google Shape;1473;p13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4" name="Google Shape;1474;p13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475" name="Google Shape;1475;p1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6" name="Google Shape;1476;p13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477" name="Google Shape;1477;p13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8" name="Google Shape;1478;p13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9" name="Google Shape;1479;p1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0" name="Google Shape;1480;p1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483" name="Google Shape;1483;p13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4" name="Google Shape;1484;p13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5" name="Google Shape;1485;p13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486" name="Google Shape;1486;p1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13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88" name="Google Shape;1488;p13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9" name="Google Shape;1489;p13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0" name="Google Shape;1490;p13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91" name="Google Shape;1491;p13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2" name="Google Shape;1492;p13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3" name="Google Shape;1493;p13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94" name="Google Shape;1494;p13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5" name="Google Shape;1495;p13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6" name="Google Shape;1496;p13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97" name="Google Shape;1497;p13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8" name="Google Shape;1498;p13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99" name="Google Shape;1499;p1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0" name="Google Shape;1500;p1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13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3" name="Google Shape;1503;p1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4" name="Google Shape;1504;p13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5" name="Google Shape;1505;p13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6" name="Google Shape;1506;p13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7" name="Google Shape;1507;p13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8" name="Google Shape;1508;p13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09" name="Google Shape;1509;p13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0" name="Google Shape;1510;p13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1" name="Google Shape;1511;p13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2" name="Google Shape;1512;p13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3" name="Google Shape;1513;p13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4" name="Google Shape;1514;p13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5" name="Google Shape;1515;p13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6" name="Google Shape;1516;p13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7" name="Google Shape;1517;p13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8" name="Google Shape;1518;p13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9" name="Google Shape;1519;p13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0" name="Google Shape;1520;p13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1" name="Google Shape;1521;p1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1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25" name="Google Shape;1525;p13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6" name="Google Shape;1526;p13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7" name="Google Shape;1527;p13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8" name="Google Shape;1528;p13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29" name="Google Shape;1529;p1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0" name="Google Shape;1530;p13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531" name="Google Shape;1531;p13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2" name="Google Shape;1532;p13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3" name="Google Shape;1533;p13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34" name="Google Shape;1534;p13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35" name="Google Shape;1535;p1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6" name="Google Shape;1536;p1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39" name="Google Shape;1539;p13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40" name="Google Shape;1540;p13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41" name="Google Shape;1541;p13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13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3" name="Google Shape;1543;p13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4" name="Google Shape;1544;p13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5" name="Google Shape;1545;p13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6" name="Google Shape;1546;p13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7" name="Google Shape;1547;p13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8" name="Google Shape;1548;p13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9" name="Google Shape;1549;p13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0" name="Google Shape;1550;p13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551" name="Google Shape;1551;p13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13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3" name="Google Shape;1553;p13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4" name="Google Shape;1554;p13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55" name="Google Shape;1555;p13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6" name="Google Shape;1556;p13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7" name="Google Shape;1557;p13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8" name="Google Shape;1558;p13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9" name="Google Shape;1559;p13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0" name="Google Shape;1560;p13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1" name="Google Shape;1561;p13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2" name="Google Shape;1562;p13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3" name="Google Shape;1563;p13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4" name="Google Shape;1564;p13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65" name="Google Shape;1565;p13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6" name="Google Shape;1566;p13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3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69" name="Google Shape;1569;p13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70" name="Google Shape;1570;p13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1" name="Google Shape;1571;p13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72" name="Google Shape;1572;p13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73" name="Google Shape;1573;p13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74" name="Google Shape;1574;p13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75" name="Google Shape;1575;p13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76" name="Google Shape;1576;p13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77" name="Google Shape;1577;p13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8" name="Google Shape;1578;p13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79" name="Google Shape;1579;p13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0" name="Google Shape;1580;p13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1" name="Google Shape;1581;p13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2" name="Google Shape;1582;p13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83" name="Google Shape;1583;p13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4" name="Google Shape;1584;p13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5" name="Google Shape;1585;p13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6" name="Google Shape;1586;p13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7" name="Google Shape;1587;p13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88" name="Google Shape;1588;p13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89" name="Google Shape;1589;p13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0" name="Google Shape;1590;p13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1" name="Google Shape;1591;p13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2" name="Google Shape;1592;p13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93" name="Google Shape;1593;p13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4" name="Google Shape;1594;p13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97" name="Google Shape;1597;p13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98" name="Google Shape;1598;p13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599" name="Google Shape;1599;p13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13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1" name="Google Shape;1601;p13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2" name="Google Shape;1602;p13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3" name="Google Shape;1603;p13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604" name="Google Shape;1604;p13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5" name="Google Shape;1605;p13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06" name="Google Shape;1606;p13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1607" name="Google Shape;1607;p13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1608" name="Google Shape;1608;p13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09" name="Google Shape;1609;p13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10" name="Google Shape;1610;p13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11" name="Google Shape;1611;p13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14" name="Google Shape;1614;p1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9" name="Google Shape;1619;p1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2" name="Google Shape;1622;p1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3" name="Google Shape;1623;p1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28" name="Google Shape;1628;p14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33" name="Google Shape;1633;p1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34" name="Google Shape;1634;p1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9" name="Google Shape;1639;p1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5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3" name="Google Shape;1643;p15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4" name="Google Shape;1644;p15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5" name="Google Shape;1645;p15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6" name="Google Shape;1646;p15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7" name="Google Shape;1647;p15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8" name="Google Shape;1648;p15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1" name="Google Shape;1651;p1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2" name="Google Shape;1652;p1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5" name="Google Shape;1655;p1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6" name="Google Shape;1656;p1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7" name="Google Shape;1657;p1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58" name="Google Shape;1658;p1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1" name="Google Shape;1661;p1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2" name="Google Shape;1662;p1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3" name="Google Shape;1663;p15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4" name="Google Shape;1664;p15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5" name="Google Shape;1665;p15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6" name="Google Shape;1666;p15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9" name="Google Shape;1669;p1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70" name="Google Shape;1670;p1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71" name="Google Shape;1671;p1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72" name="Google Shape;1672;p1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3" name="Google Shape;1673;p1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4" name="Google Shape;1674;p1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5" name="Google Shape;1675;p1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6" name="Google Shape;1676;p1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9" name="Google Shape;1679;p1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2" name="Google Shape;1682;p1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3" name="Google Shape;1683;p1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4" name="Google Shape;1684;p1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5" name="Google Shape;1685;p1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6" name="Google Shape;1686;p1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87" name="Google Shape;1687;p1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0" name="Google Shape;1690;p1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1" name="Google Shape;1691;p1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2" name="Google Shape;1692;p1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3" name="Google Shape;1693;p1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4" name="Google Shape;1694;p1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5" name="Google Shape;1695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6" name="Google Shape;1696;p1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7" name="Google Shape;1697;p1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8" name="Google Shape;1698;p1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3" name="Google Shape;1703;p1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4" name="Google Shape;1704;p1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5" name="Google Shape;1705;p1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6" name="Google Shape;1706;p1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7" name="Google Shape;1707;p1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8" name="Google Shape;1708;p1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9" name="Google Shape;1709;p1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0" name="Google Shape;1710;p1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1" name="Google Shape;1711;p1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theme" Target="../theme/theme5.xml"/><Relationship Id="rId20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03.xml"/><Relationship Id="rId28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31" Type="http://schemas.openxmlformats.org/officeDocument/2006/relationships/slideLayout" Target="../slideLayouts/slideLayout109.xml"/><Relationship Id="rId30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116.xml"/><Relationship Id="rId19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96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theme" Target="../theme/theme4.xml"/><Relationship Id="rId20" Type="http://schemas.openxmlformats.org/officeDocument/2006/relationships/slideLayout" Target="../slideLayouts/slideLayout137.xml"/><Relationship Id="rId22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8.xml"/><Relationship Id="rId24" Type="http://schemas.openxmlformats.org/officeDocument/2006/relationships/slideLayout" Target="../slideLayouts/slideLayout141.xml"/><Relationship Id="rId23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42.xml"/><Relationship Id="rId28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29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8.xml"/><Relationship Id="rId3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28.xml"/><Relationship Id="rId33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27.xml"/><Relationship Id="rId32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30.xml"/><Relationship Id="rId35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29.xml"/><Relationship Id="rId34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32.xml"/><Relationship Id="rId37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31.xml"/><Relationship Id="rId36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34.xml"/><Relationship Id="rId39" Type="http://schemas.openxmlformats.org/officeDocument/2006/relationships/slideLayout" Target="../slideLayouts/slideLayout156.xml"/><Relationship Id="rId16" Type="http://schemas.openxmlformats.org/officeDocument/2006/relationships/slideLayout" Target="../slideLayouts/slideLayout133.xml"/><Relationship Id="rId38" Type="http://schemas.openxmlformats.org/officeDocument/2006/relationships/slideLayout" Target="../slideLayouts/slideLayout155.xml"/><Relationship Id="rId19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4" name="Google Shape;434;p4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9" name="Google Shape;859;p8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0" name="Google Shape;860;p8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2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6" name="Google Shape;1286;p12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7" name="Google Shape;1287;p12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7" name="Google Shape;1717;p16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8" name="Google Shape;1718;p161"/>
          <p:cNvSpPr txBox="1"/>
          <p:nvPr>
            <p:ph type="title"/>
          </p:nvPr>
        </p:nvSpPr>
        <p:spPr>
          <a:xfrm>
            <a:off x="3061200" y="1932350"/>
            <a:ext cx="3115500" cy="7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IRON LENS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9" name="Google Shape;1719;p16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400"/>
              <a:t>CASPTONE</a:t>
            </a:r>
            <a:endParaRPr b="1" i="1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61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400"/>
              <a:t>V005</a:t>
            </a:r>
            <a:endParaRPr b="1" i="1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16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22" name="Google Shape;1722;p16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23" name="Google Shape;1723;p16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24" name="Google Shape;1724;p16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Aceituno</a:t>
            </a:r>
            <a:endParaRPr/>
          </a:p>
        </p:txBody>
      </p:sp>
      <p:sp>
        <p:nvSpPr>
          <p:cNvPr id="1725" name="Google Shape;1725;p16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Fabian Alarcon</a:t>
            </a:r>
            <a:endParaRPr/>
          </a:p>
        </p:txBody>
      </p:sp>
      <p:pic>
        <p:nvPicPr>
          <p:cNvPr id="1726" name="Google Shape;172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6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32" name="Google Shape;1732;p16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33" name="Google Shape;1733;p16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	</a:t>
            </a:r>
            <a:endParaRPr/>
          </a:p>
        </p:txBody>
      </p:sp>
      <p:pic>
        <p:nvPicPr>
          <p:cNvPr id="1734" name="Google Shape;1734;p162"/>
          <p:cNvPicPr preferRelativeResize="0"/>
          <p:nvPr/>
        </p:nvPicPr>
        <p:blipFill rotWithShape="1">
          <a:blip r:embed="rId3">
            <a:alphaModFix/>
          </a:blip>
          <a:srcRect b="0" l="0" r="567" t="0"/>
          <a:stretch/>
        </p:blipFill>
        <p:spPr>
          <a:xfrm>
            <a:off x="920400" y="679975"/>
            <a:ext cx="7168525" cy="36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6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1740" name="Google Shape;1740;p16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741" name="Google Shape;1741;p163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1742" name="Google Shape;1742;p163"/>
          <p:cNvSpPr txBox="1"/>
          <p:nvPr>
            <p:ph idx="1" type="subTitle"/>
          </p:nvPr>
        </p:nvSpPr>
        <p:spPr>
          <a:xfrm>
            <a:off x="4525088" y="3622825"/>
            <a:ext cx="3926400" cy="100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Desarrollar una aplicación móvil que integre visión computacional, modelos de lenguaje e infraestructura cloud para automatizar el reconocimiento de equipamiento, la planificación del entrenamiento y el seguimiento del rendimiento físico del usuario. 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1743" name="Google Shape;1743;p16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1744" name="Google Shape;1744;p163" title="Screenshot_20260619_14493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087" y="277824"/>
            <a:ext cx="1210425" cy="262321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45" name="Google Shape;1745;p163" title="Screenshot_20260619_144946.jpg"/>
          <p:cNvPicPr preferRelativeResize="0"/>
          <p:nvPr/>
        </p:nvPicPr>
        <p:blipFill rotWithShape="1">
          <a:blip r:embed="rId4">
            <a:alphaModFix/>
          </a:blip>
          <a:srcRect b="50" l="0" r="0" t="40"/>
          <a:stretch/>
        </p:blipFill>
        <p:spPr>
          <a:xfrm>
            <a:off x="5883063" y="704225"/>
            <a:ext cx="1210425" cy="26209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64"/>
          <p:cNvSpPr/>
          <p:nvPr/>
        </p:nvSpPr>
        <p:spPr>
          <a:xfrm>
            <a:off x="275250" y="1453250"/>
            <a:ext cx="4143000" cy="15543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1" name="Google Shape;1751;p16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52" name="Google Shape;1752;p16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53" name="Google Shape;1753;p16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54" name="Google Shape;1754;p164"/>
          <p:cNvSpPr txBox="1"/>
          <p:nvPr>
            <p:ph type="title"/>
          </p:nvPr>
        </p:nvSpPr>
        <p:spPr>
          <a:xfrm>
            <a:off x="186300" y="20040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sp>
        <p:nvSpPr>
          <p:cNvPr id="1755" name="Google Shape;1755;p164"/>
          <p:cNvSpPr txBox="1"/>
          <p:nvPr>
            <p:ph idx="4" type="subTitle"/>
          </p:nvPr>
        </p:nvSpPr>
        <p:spPr>
          <a:xfrm>
            <a:off x="2168550" y="14532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6" name="Google Shape;1756;p164"/>
          <p:cNvSpPr txBox="1"/>
          <p:nvPr>
            <p:ph idx="13" type="subTitle"/>
          </p:nvPr>
        </p:nvSpPr>
        <p:spPr>
          <a:xfrm>
            <a:off x="383250" y="1544600"/>
            <a:ext cx="4080900" cy="146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Reducir la barrera de entrada para usuarios novatos mediante la identificación automática de maquinaria de gimnasio por visión computacional, eliminando la curva de aprendizaje al iniciar un entrenamiento.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164"/>
          <p:cNvSpPr/>
          <p:nvPr/>
        </p:nvSpPr>
        <p:spPr>
          <a:xfrm>
            <a:off x="4625650" y="46750"/>
            <a:ext cx="4143000" cy="14631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8" name="Google Shape;1758;p164"/>
          <p:cNvSpPr txBox="1"/>
          <p:nvPr>
            <p:ph idx="4" type="subTitle"/>
          </p:nvPr>
        </p:nvSpPr>
        <p:spPr>
          <a:xfrm>
            <a:off x="6518950" y="467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9" name="Google Shape;1759;p164"/>
          <p:cNvSpPr txBox="1"/>
          <p:nvPr>
            <p:ph idx="13" type="subTitle"/>
          </p:nvPr>
        </p:nvSpPr>
        <p:spPr>
          <a:xfrm>
            <a:off x="4733650" y="335350"/>
            <a:ext cx="4182000" cy="13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motor de generación de rutinas que adapte dinámicamente los ejercicios, volumen e intensidad según el equipamiento disponible y el perfil físico del usuario.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64"/>
          <p:cNvSpPr/>
          <p:nvPr/>
        </p:nvSpPr>
        <p:spPr>
          <a:xfrm>
            <a:off x="4625650" y="1544599"/>
            <a:ext cx="4143000" cy="14664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1" name="Google Shape;1761;p164"/>
          <p:cNvSpPr txBox="1"/>
          <p:nvPr>
            <p:ph idx="4" type="subTitle"/>
          </p:nvPr>
        </p:nvSpPr>
        <p:spPr>
          <a:xfrm>
            <a:off x="6518950" y="15445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2" name="Google Shape;1762;p164"/>
          <p:cNvSpPr txBox="1"/>
          <p:nvPr>
            <p:ph idx="13" type="subTitle"/>
          </p:nvPr>
        </p:nvSpPr>
        <p:spPr>
          <a:xfrm>
            <a:off x="4733650" y="1825449"/>
            <a:ext cx="4080900" cy="106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Asegurar el registro completo de cada sesión transformando los datos de series, repeticiones y peso en métricas de progreso visualizables por el usuario.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64"/>
          <p:cNvSpPr/>
          <p:nvPr/>
        </p:nvSpPr>
        <p:spPr>
          <a:xfrm>
            <a:off x="4679650" y="3038900"/>
            <a:ext cx="4143000" cy="15003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4" name="Google Shape;1764;p164"/>
          <p:cNvSpPr txBox="1"/>
          <p:nvPr>
            <p:ph idx="4" type="subTitle"/>
          </p:nvPr>
        </p:nvSpPr>
        <p:spPr>
          <a:xfrm>
            <a:off x="6572950" y="3038900"/>
            <a:ext cx="322500" cy="2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5" name="Google Shape;1765;p164"/>
          <p:cNvSpPr txBox="1"/>
          <p:nvPr>
            <p:ph idx="13" type="subTitle"/>
          </p:nvPr>
        </p:nvSpPr>
        <p:spPr>
          <a:xfrm>
            <a:off x="4787650" y="3326218"/>
            <a:ext cx="4080900" cy="10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Diseñar una interfaz móvil intuitiva y fluida que permita al usuario registrar su entrenamiento, visualizar su progreso y acceder a sus rutinas en el menor número de pasos posible </a:t>
            </a:r>
            <a:endParaRPr/>
          </a:p>
        </p:txBody>
      </p:sp>
      <p:sp>
        <p:nvSpPr>
          <p:cNvPr id="1766" name="Google Shape;1766;p164"/>
          <p:cNvSpPr/>
          <p:nvPr/>
        </p:nvSpPr>
        <p:spPr>
          <a:xfrm>
            <a:off x="235350" y="3091612"/>
            <a:ext cx="4143000" cy="15003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7" name="Google Shape;1767;p164"/>
          <p:cNvSpPr txBox="1"/>
          <p:nvPr>
            <p:ph idx="4" type="subTitle"/>
          </p:nvPr>
        </p:nvSpPr>
        <p:spPr>
          <a:xfrm>
            <a:off x="2121325" y="3081649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8" name="Google Shape;1768;p164"/>
          <p:cNvSpPr txBox="1"/>
          <p:nvPr>
            <p:ph idx="13" type="subTitle"/>
          </p:nvPr>
        </p:nvSpPr>
        <p:spPr>
          <a:xfrm>
            <a:off x="289350" y="3450906"/>
            <a:ext cx="4080900" cy="10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sistema de seguimiento que analice la tendencia de los últimos 7 días y sugiera ajustes de carga cuando el usuario supera umbrales de mejora.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65"/>
          <p:cNvSpPr txBox="1"/>
          <p:nvPr>
            <p:ph type="title"/>
          </p:nvPr>
        </p:nvSpPr>
        <p:spPr>
          <a:xfrm>
            <a:off x="228600" y="613525"/>
            <a:ext cx="44388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Alcance del proyecto</a:t>
            </a:r>
            <a:endParaRPr/>
          </a:p>
        </p:txBody>
      </p:sp>
      <p:sp>
        <p:nvSpPr>
          <p:cNvPr id="1774" name="Google Shape;1774;p165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75" name="Google Shape;1775;p165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76" name="Google Shape;1776;p165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77" name="Google Shape;1777;p165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1778" name="Google Shape;1778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1150826"/>
            <a:ext cx="8319101" cy="30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166"/>
          <p:cNvSpPr txBox="1"/>
          <p:nvPr>
            <p:ph type="title"/>
          </p:nvPr>
        </p:nvSpPr>
        <p:spPr>
          <a:xfrm>
            <a:off x="228600" y="613525"/>
            <a:ext cx="53691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Limitaciones del proyecto</a:t>
            </a:r>
            <a:endParaRPr/>
          </a:p>
        </p:txBody>
      </p:sp>
      <p:sp>
        <p:nvSpPr>
          <p:cNvPr id="1784" name="Google Shape;1784;p166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85" name="Google Shape;1785;p166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86" name="Google Shape;1786;p166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87" name="Google Shape;1787;p166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1788" name="Google Shape;1788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428" y="1209000"/>
            <a:ext cx="4702999" cy="32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6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94" name="Google Shape;1794;p16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95" name="Google Shape;1795;p16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96" name="Google Shape;1796;p167"/>
          <p:cNvSpPr txBox="1"/>
          <p:nvPr>
            <p:ph type="title"/>
          </p:nvPr>
        </p:nvSpPr>
        <p:spPr>
          <a:xfrm>
            <a:off x="228600" y="613525"/>
            <a:ext cx="61824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 Scrum </a:t>
            </a:r>
            <a:endParaRPr/>
          </a:p>
        </p:txBody>
      </p:sp>
      <p:sp>
        <p:nvSpPr>
          <p:cNvPr id="1797" name="Google Shape;1797;p167"/>
          <p:cNvSpPr txBox="1"/>
          <p:nvPr/>
        </p:nvSpPr>
        <p:spPr>
          <a:xfrm>
            <a:off x="381000" y="1349375"/>
            <a:ext cx="65562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El desarrollo de IronLens se organizó bajo el marco Scrum, dividiendo el trabajo en sprints incrementales de 1 a 3 semanas, cada uno asociado a un Epic funcional del producto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5 sprints de desarrollo + 1 sprint de cierre, distribuidos en 10 semanas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Cada sprint entrega un módulo funcional completo y demostrabl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Backlog organizado por Epics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Duración de sprint ajustada según complejidad técnica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Validación incremental cada sprint cierra con una entrega revisable antes de avanzar al siguiente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6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03" name="Google Shape;1803;p16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04" name="Google Shape;1804;p16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05" name="Google Shape;1805;p168"/>
          <p:cNvSpPr txBox="1"/>
          <p:nvPr>
            <p:ph type="title"/>
          </p:nvPr>
        </p:nvSpPr>
        <p:spPr>
          <a:xfrm rot="-5400000">
            <a:off x="-1010600" y="1661250"/>
            <a:ext cx="36483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cronograma</a:t>
            </a:r>
            <a:endParaRPr/>
          </a:p>
        </p:txBody>
      </p:sp>
      <p:pic>
        <p:nvPicPr>
          <p:cNvPr id="1806" name="Google Shape;1806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625" y="376350"/>
            <a:ext cx="5936326" cy="41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69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</a:t>
            </a:r>
            <a:endParaRPr/>
          </a:p>
        </p:txBody>
      </p:sp>
      <p:sp>
        <p:nvSpPr>
          <p:cNvPr id="1812" name="Google Shape;1812;p169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3" name="Google Shape;1813;p169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14" name="Google Shape;1814;p169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15" name="Google Shape;1815;p169"/>
          <p:cNvPicPr preferRelativeResize="0"/>
          <p:nvPr/>
        </p:nvPicPr>
        <p:blipFill rotWithShape="1">
          <a:blip r:embed="rId3">
            <a:alphaModFix/>
          </a:blip>
          <a:srcRect b="6227" l="0" r="0" t="0"/>
          <a:stretch/>
        </p:blipFill>
        <p:spPr>
          <a:xfrm>
            <a:off x="2731475" y="65950"/>
            <a:ext cx="5630968" cy="461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70"/>
          <p:cNvSpPr txBox="1"/>
          <p:nvPr>
            <p:ph type="title"/>
          </p:nvPr>
        </p:nvSpPr>
        <p:spPr>
          <a:xfrm>
            <a:off x="105000" y="188550"/>
            <a:ext cx="1990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de Datos </a:t>
            </a:r>
            <a:endParaRPr/>
          </a:p>
        </p:txBody>
      </p:sp>
      <p:sp>
        <p:nvSpPr>
          <p:cNvPr id="1821" name="Google Shape;1821;p17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22" name="Google Shape;1822;p17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3" name="Google Shape;1823;p17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24" name="Google Shape;1824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00" y="228600"/>
            <a:ext cx="6522624" cy="439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171"/>
          <p:cNvSpPr txBox="1"/>
          <p:nvPr>
            <p:ph type="title"/>
          </p:nvPr>
        </p:nvSpPr>
        <p:spPr>
          <a:xfrm>
            <a:off x="105000" y="188550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de Datos </a:t>
            </a:r>
            <a:endParaRPr/>
          </a:p>
        </p:txBody>
      </p:sp>
      <p:sp>
        <p:nvSpPr>
          <p:cNvPr id="1830" name="Google Shape;1830;p171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31" name="Google Shape;1831;p171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32" name="Google Shape;1832;p171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33" name="Google Shape;1833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8250"/>
            <a:ext cx="8839199" cy="328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172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Tecnologico</a:t>
            </a:r>
            <a:endParaRPr/>
          </a:p>
        </p:txBody>
      </p:sp>
      <p:sp>
        <p:nvSpPr>
          <p:cNvPr id="1839" name="Google Shape;1839;p172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40" name="Google Shape;1840;p172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41" name="Google Shape;1841;p172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42" name="Google Shape;1842;p172"/>
          <p:cNvSpPr/>
          <p:nvPr/>
        </p:nvSpPr>
        <p:spPr>
          <a:xfrm>
            <a:off x="381000" y="1735800"/>
            <a:ext cx="2101200" cy="194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3" name="Google Shape;1843;p172"/>
          <p:cNvSpPr/>
          <p:nvPr/>
        </p:nvSpPr>
        <p:spPr>
          <a:xfrm>
            <a:off x="2574427" y="1735800"/>
            <a:ext cx="2101200" cy="194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4" name="Google Shape;1844;p172"/>
          <p:cNvSpPr/>
          <p:nvPr/>
        </p:nvSpPr>
        <p:spPr>
          <a:xfrm>
            <a:off x="6966025" y="1735800"/>
            <a:ext cx="2093100" cy="194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5" name="Google Shape;1845;p172"/>
          <p:cNvSpPr/>
          <p:nvPr/>
        </p:nvSpPr>
        <p:spPr>
          <a:xfrm>
            <a:off x="4767814" y="1735800"/>
            <a:ext cx="2101200" cy="1949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6" name="Google Shape;1846;p172"/>
          <p:cNvSpPr txBox="1"/>
          <p:nvPr>
            <p:ph idx="16" type="subTitle"/>
          </p:nvPr>
        </p:nvSpPr>
        <p:spPr>
          <a:xfrm>
            <a:off x="813025" y="2076825"/>
            <a:ext cx="847500" cy="2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FEFEF"/>
                </a:solidFill>
              </a:rPr>
              <a:t>Flutter</a:t>
            </a:r>
            <a:endParaRPr b="1" sz="1200">
              <a:solidFill>
                <a:srgbClr val="EFEFEF"/>
              </a:solidFill>
            </a:endParaRPr>
          </a:p>
        </p:txBody>
      </p:sp>
      <p:sp>
        <p:nvSpPr>
          <p:cNvPr id="1847" name="Google Shape;1847;p172"/>
          <p:cNvSpPr txBox="1"/>
          <p:nvPr>
            <p:ph idx="2" type="body"/>
          </p:nvPr>
        </p:nvSpPr>
        <p:spPr>
          <a:xfrm>
            <a:off x="515875" y="3004950"/>
            <a:ext cx="1826700" cy="4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móvil ·  Android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72"/>
          <p:cNvSpPr txBox="1"/>
          <p:nvPr>
            <p:ph idx="4294967295" type="body"/>
          </p:nvPr>
        </p:nvSpPr>
        <p:spPr>
          <a:xfrm>
            <a:off x="2727563" y="2876625"/>
            <a:ext cx="17949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Base de datos y autenticación </a:t>
            </a:r>
            <a:endParaRPr sz="9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RLS </a:t>
            </a:r>
            <a:endParaRPr sz="9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Auth · Storage </a:t>
            </a:r>
            <a:endParaRPr sz="9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Realtime · SDK Flutter </a:t>
            </a:r>
            <a:endParaRPr sz="900"/>
          </a:p>
        </p:txBody>
      </p:sp>
      <p:sp>
        <p:nvSpPr>
          <p:cNvPr id="1849" name="Google Shape;1849;p172"/>
          <p:cNvSpPr txBox="1"/>
          <p:nvPr>
            <p:ph idx="7" type="subTitle"/>
          </p:nvPr>
        </p:nvSpPr>
        <p:spPr>
          <a:xfrm>
            <a:off x="5260898" y="2165325"/>
            <a:ext cx="1002600" cy="20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Urbanist"/>
                <a:ea typeface="Urbanist"/>
                <a:cs typeface="Urbanist"/>
                <a:sym typeface="Urbanist"/>
              </a:rPr>
              <a:t>Fast API</a:t>
            </a:r>
            <a:endParaRPr b="1" sz="12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0" name="Google Shape;1850;p172"/>
          <p:cNvSpPr txBox="1"/>
          <p:nvPr>
            <p:ph idx="4294967295" type="body"/>
          </p:nvPr>
        </p:nvSpPr>
        <p:spPr>
          <a:xfrm>
            <a:off x="4907475" y="3065775"/>
            <a:ext cx="18267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Backend · Render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Python · REST API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851" name="Google Shape;1851;p172"/>
          <p:cNvSpPr txBox="1"/>
          <p:nvPr>
            <p:ph idx="4294967295" type="body"/>
          </p:nvPr>
        </p:nvSpPr>
        <p:spPr>
          <a:xfrm>
            <a:off x="7114375" y="2964300"/>
            <a:ext cx="17916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IA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Visión computacional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Generación de rutinas LLM </a:t>
            </a:r>
            <a:endParaRPr sz="1000"/>
          </a:p>
        </p:txBody>
      </p:sp>
      <p:pic>
        <p:nvPicPr>
          <p:cNvPr id="1852" name="Google Shape;1852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5" y="2179187"/>
            <a:ext cx="1402000" cy="78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8700" y="2230114"/>
            <a:ext cx="1432625" cy="68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1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225" y="2143575"/>
            <a:ext cx="1529200" cy="856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5" name="Google Shape;1855;p1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1138" y="2274751"/>
            <a:ext cx="1978076" cy="594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17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61" name="Google Shape;1861;p17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62" name="Google Shape;1862;p17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63" name="Google Shape;1863;p173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Exposición del sistema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74"/>
          <p:cNvSpPr txBox="1"/>
          <p:nvPr>
            <p:ph type="title"/>
          </p:nvPr>
        </p:nvSpPr>
        <p:spPr>
          <a:xfrm>
            <a:off x="2839950" y="1895400"/>
            <a:ext cx="3464100" cy="7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cierre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69" name="Google Shape;1869;p17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70" name="Google Shape;1870;p17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71" name="Google Shape;1871;p17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72" name="Google Shape;1872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