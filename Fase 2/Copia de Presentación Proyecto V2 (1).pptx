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4" r:id="rId1"/>
    <p:sldMasterId id="2147483805" r:id="rId2"/>
    <p:sldMasterId id="2147483806" r:id="rId3"/>
    <p:sldMasterId id="2147483807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embeddedFontLst>
    <p:embeddedFont>
      <p:font typeface="Urbanist" panose="020B0604020202020204" charset="0"/>
      <p:regular r:id="rId19"/>
      <p:bold r:id="rId20"/>
      <p:italic r:id="rId21"/>
      <p:boldItalic r:id="rId22"/>
    </p:embeddedFont>
    <p:embeddedFont>
      <p:font typeface="Urbanist Medium" panose="020B0604020202020204" charset="0"/>
      <p:regular r:id="rId23"/>
      <p:bold r:id="rId24"/>
      <p:italic r:id="rId25"/>
      <p:boldItalic r:id="rId26"/>
    </p:embeddedFont>
    <p:embeddedFont>
      <p:font typeface="Urbanist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97CC3-779E-4797-8067-E2F55847DD13}" v="47" dt="2026-07-01T19:09:4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32" y="1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alarcon carrasco" userId="7f2306910a492e58" providerId="LiveId" clId="{F15C3417-58D5-483F-AB5F-BFD5DBC86F10}"/>
    <pc:docChg chg="undo redo custSel delSld modSld modMainMaster">
      <pc:chgData name="fabian alarcon carrasco" userId="7f2306910a492e58" providerId="LiveId" clId="{F15C3417-58D5-483F-AB5F-BFD5DBC86F10}" dt="2026-07-01T19:16:51.834" v="136" actId="1076"/>
      <pc:docMkLst>
        <pc:docMk/>
      </pc:docMkLst>
      <pc:sldChg chg="modSp mod setBg modNotes">
        <pc:chgData name="fabian alarcon carrasco" userId="7f2306910a492e58" providerId="LiveId" clId="{F15C3417-58D5-483F-AB5F-BFD5DBC86F10}" dt="2026-07-01T15:57:55.834" v="44" actId="1076"/>
        <pc:sldMkLst>
          <pc:docMk/>
          <pc:sldMk cId="0" sldId="256"/>
        </pc:sldMkLst>
        <pc:spChg chg="mod">
          <ac:chgData name="fabian alarcon carrasco" userId="7f2306910a492e58" providerId="LiveId" clId="{F15C3417-58D5-483F-AB5F-BFD5DBC86F10}" dt="2026-07-01T02:29:36.423" v="21" actId="207"/>
          <ac:spMkLst>
            <pc:docMk/>
            <pc:sldMk cId="0" sldId="256"/>
            <ac:spMk id="17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0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02.236" v="36" actId="1076"/>
          <ac:spMkLst>
            <pc:docMk/>
            <pc:sldMk cId="0" sldId="256"/>
            <ac:spMk id="172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56"/>
            <ac:spMk id="1722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5:57:55.834" v="44" actId="1076"/>
          <ac:spMkLst>
            <pc:docMk/>
            <pc:sldMk cId="0" sldId="256"/>
            <ac:spMk id="172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34.903" v="20" actId="207"/>
          <ac:spMkLst>
            <pc:docMk/>
            <pc:sldMk cId="0" sldId="256"/>
            <ac:spMk id="172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34.903" v="20" actId="207"/>
          <ac:spMkLst>
            <pc:docMk/>
            <pc:sldMk cId="0" sldId="256"/>
            <ac:spMk id="1725" creationId="{00000000-0000-0000-0000-000000000000}"/>
          </ac:spMkLst>
        </pc:spChg>
      </pc:sldChg>
      <pc:sldChg chg="addSp modSp mod setBg modNotes">
        <pc:chgData name="fabian alarcon carrasco" userId="7f2306910a492e58" providerId="LiveId" clId="{F15C3417-58D5-483F-AB5F-BFD5DBC86F10}" dt="2026-07-01T16:27:19.813" v="75" actId="403"/>
        <pc:sldMkLst>
          <pc:docMk/>
          <pc:sldMk cId="0" sldId="257"/>
        </pc:sldMkLst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2" creationId="{AA0F9837-F01E-3C49-B821-3550AFDCE14D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3" creationId="{96FFA625-D213-68E2-929C-2AB6ECA2B5C1}"/>
          </ac:spMkLst>
        </pc:spChg>
        <pc:spChg chg="add mod">
          <ac:chgData name="fabian alarcon carrasco" userId="7f2306910a492e58" providerId="LiveId" clId="{F15C3417-58D5-483F-AB5F-BFD5DBC86F10}" dt="2026-07-01T16:27:19.813" v="75" actId="403"/>
          <ac:spMkLst>
            <pc:docMk/>
            <pc:sldMk cId="0" sldId="257"/>
            <ac:spMk id="4" creationId="{54F04D04-B5E4-827C-FBC2-69E9C6C23756}"/>
          </ac:spMkLst>
        </pc:spChg>
      </pc:sldChg>
      <pc:sldChg chg="modSp mod setBg">
        <pc:chgData name="fabian alarcon carrasco" userId="7f2306910a492e58" providerId="LiveId" clId="{F15C3417-58D5-483F-AB5F-BFD5DBC86F10}" dt="2026-07-01T16:11:27.586" v="48"/>
        <pc:sldMkLst>
          <pc:docMk/>
          <pc:sldMk cId="0" sldId="258"/>
        </pc:sldMkLst>
        <pc:spChg chg="mod">
          <ac:chgData name="fabian alarcon carrasco" userId="7f2306910a492e58" providerId="LiveId" clId="{F15C3417-58D5-483F-AB5F-BFD5DBC86F10}" dt="2026-07-01T02:29:57.013" v="26" actId="207"/>
          <ac:spMkLst>
            <pc:docMk/>
            <pc:sldMk cId="0" sldId="258"/>
            <ac:spMk id="1741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11:27.586" v="48"/>
          <ac:spMkLst>
            <pc:docMk/>
            <pc:sldMk cId="0" sldId="258"/>
            <ac:spMk id="1742" creationId="{00000000-0000-0000-0000-000000000000}"/>
          </ac:spMkLst>
        </pc:spChg>
        <pc:picChg chg="mod">
          <ac:chgData name="fabian alarcon carrasco" userId="7f2306910a492e58" providerId="LiveId" clId="{F15C3417-58D5-483F-AB5F-BFD5DBC86F10}" dt="2026-07-01T02:30:11.493" v="31" actId="1076"/>
          <ac:picMkLst>
            <pc:docMk/>
            <pc:sldMk cId="0" sldId="258"/>
            <ac:picMk id="1745" creationId="{00000000-0000-0000-0000-000000000000}"/>
          </ac:picMkLst>
        </pc:picChg>
      </pc:sldChg>
      <pc:sldChg chg="addSp delSp modSp mod setBg">
        <pc:chgData name="fabian alarcon carrasco" userId="7f2306910a492e58" providerId="LiveId" clId="{F15C3417-58D5-483F-AB5F-BFD5DBC86F10}" dt="2026-07-01T16:25:54.012" v="53" actId="22"/>
        <pc:sldMkLst>
          <pc:docMk/>
          <pc:sldMk cId="0" sldId="259"/>
        </pc:sldMkLst>
        <pc:picChg chg="add">
          <ac:chgData name="fabian alarcon carrasco" userId="7f2306910a492e58" providerId="LiveId" clId="{F15C3417-58D5-483F-AB5F-BFD5DBC86F10}" dt="2026-07-01T16:25:54.012" v="53" actId="22"/>
          <ac:picMkLst>
            <pc:docMk/>
            <pc:sldMk cId="0" sldId="259"/>
            <ac:picMk id="3" creationId="{DC7A8BCC-A3A1-F8A6-D44D-99C74A23B1BA}"/>
          </ac:picMkLst>
        </pc:picChg>
        <pc:picChg chg="del mod">
          <ac:chgData name="fabian alarcon carrasco" userId="7f2306910a492e58" providerId="LiveId" clId="{F15C3417-58D5-483F-AB5F-BFD5DBC86F10}" dt="2026-07-01T16:25:53.635" v="52" actId="478"/>
          <ac:picMkLst>
            <pc:docMk/>
            <pc:sldMk cId="0" sldId="259"/>
            <ac:picMk id="1769" creationId="{00000000-0000-0000-0000-000000000000}"/>
          </ac:picMkLst>
        </pc:picChg>
      </pc:sldChg>
      <pc:sldChg chg="del">
        <pc:chgData name="fabian alarcon carrasco" userId="7f2306910a492e58" providerId="LiveId" clId="{F15C3417-58D5-483F-AB5F-BFD5DBC86F10}" dt="2026-07-01T16:25:57.182" v="54" actId="47"/>
        <pc:sldMkLst>
          <pc:docMk/>
          <pc:sldMk cId="0" sldId="260"/>
        </pc:sldMkLst>
      </pc:sldChg>
      <pc:sldChg chg="addSp delSp modSp mod setBg">
        <pc:chgData name="fabian alarcon carrasco" userId="7f2306910a492e58" providerId="LiveId" clId="{F15C3417-58D5-483F-AB5F-BFD5DBC86F10}" dt="2026-07-01T16:27:28.594" v="80" actId="1076"/>
        <pc:sldMkLst>
          <pc:docMk/>
          <pc:sldMk cId="0" sldId="261"/>
        </pc:sldMkLst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2" creationId="{DE9F7446-2A2C-AC1C-8BFB-720E1433EADB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3" creationId="{DA4CFD8F-BA62-E58D-E425-69A7BA92DB7A}"/>
          </ac:spMkLst>
        </pc:spChg>
        <pc:spChg chg="add mod">
          <ac:chgData name="fabian alarcon carrasco" userId="7f2306910a492e58" providerId="LiveId" clId="{F15C3417-58D5-483F-AB5F-BFD5DBC86F10}" dt="2026-07-01T16:27:20.047" v="76"/>
          <ac:spMkLst>
            <pc:docMk/>
            <pc:sldMk cId="0" sldId="261"/>
            <ac:spMk id="4" creationId="{F4CA66E2-5394-7955-9C5C-E084815BC2D2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5" creationId="{7BEE829C-485E-61F1-AA12-C0B3C900978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6" creationId="{1DF8A41A-703C-41CF-D661-649EB42142E5}"/>
          </ac:spMkLst>
        </pc:spChg>
        <pc:spChg chg="add mod">
          <ac:chgData name="fabian alarcon carrasco" userId="7f2306910a492e58" providerId="LiveId" clId="{F15C3417-58D5-483F-AB5F-BFD5DBC86F10}" dt="2026-07-01T16:27:14.089" v="68"/>
          <ac:spMkLst>
            <pc:docMk/>
            <pc:sldMk cId="0" sldId="261"/>
            <ac:spMk id="7" creationId="{F256A11E-CADC-D63B-9947-061142589DEC}"/>
          </ac:spMkLst>
        </pc:spChg>
        <pc:spChg chg="mod">
          <ac:chgData name="fabian alarcon carrasco" userId="7f2306910a492e58" providerId="LiveId" clId="{F15C3417-58D5-483F-AB5F-BFD5DBC86F10}" dt="2026-07-01T16:26:24.470" v="59" actId="207"/>
          <ac:spMkLst>
            <pc:docMk/>
            <pc:sldMk cId="0" sldId="261"/>
            <ac:spMk id="179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7.050" v="63" actId="207"/>
          <ac:spMkLst>
            <pc:docMk/>
            <pc:sldMk cId="0" sldId="261"/>
            <ac:spMk id="179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6:26:36.762" v="62" actId="207"/>
          <ac:spMkLst>
            <pc:docMk/>
            <pc:sldMk cId="0" sldId="261"/>
            <ac:spMk id="1800" creationId="{00000000-0000-0000-0000-000000000000}"/>
          </ac:spMkLst>
        </pc:spChg>
        <pc:spChg chg="del mod">
          <ac:chgData name="fabian alarcon carrasco" userId="7f2306910a492e58" providerId="LiveId" clId="{F15C3417-58D5-483F-AB5F-BFD5DBC86F10}" dt="2026-07-01T16:27:26.283" v="79" actId="478"/>
          <ac:spMkLst>
            <pc:docMk/>
            <pc:sldMk cId="0" sldId="261"/>
            <ac:spMk id="1802" creationId="{00000000-0000-0000-0000-000000000000}"/>
          </ac:spMkLst>
        </pc:spChg>
        <pc:picChg chg="mod">
          <ac:chgData name="fabian alarcon carrasco" userId="7f2306910a492e58" providerId="LiveId" clId="{F15C3417-58D5-483F-AB5F-BFD5DBC86F10}" dt="2026-07-01T16:27:28.594" v="80" actId="1076"/>
          <ac:picMkLst>
            <pc:docMk/>
            <pc:sldMk cId="0" sldId="261"/>
            <ac:picMk id="1803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1T16:48:31.940" v="94" actId="22"/>
        <pc:sldMkLst>
          <pc:docMk/>
          <pc:sldMk cId="0" sldId="262"/>
        </pc:sldMkLst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2" creationId="{545FA162-8B30-DDDC-224C-8B05DE01B910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3" creationId="{2B7FDC48-2FED-8004-7E91-02FDFC40A91E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4" creationId="{777DAD6C-D3AF-C42A-1EDB-C12B0617FADC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5" creationId="{6006EDEF-6E68-D00D-BF31-1F99A3B542A5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6" creationId="{B811B182-B37E-F918-25F0-B8DB339844C1}"/>
          </ac:spMkLst>
        </pc:spChg>
        <pc:spChg chg="add mod">
          <ac:chgData name="fabian alarcon carrasco" userId="7f2306910a492e58" providerId="LiveId" clId="{F15C3417-58D5-483F-AB5F-BFD5DBC86F10}" dt="2026-07-01T16:27:35.780" v="82"/>
          <ac:spMkLst>
            <pc:docMk/>
            <pc:sldMk cId="0" sldId="262"/>
            <ac:spMk id="7" creationId="{E32AB5A0-5D58-B940-DD16-CBD98E3871CC}"/>
          </ac:spMkLst>
        </pc:spChg>
        <pc:spChg chg="add del mod">
          <ac:chgData name="fabian alarcon carrasco" userId="7f2306910a492e58" providerId="LiveId" clId="{F15C3417-58D5-483F-AB5F-BFD5DBC86F10}" dt="2026-07-01T16:27:52.955" v="85" actId="478"/>
          <ac:spMkLst>
            <pc:docMk/>
            <pc:sldMk cId="0" sldId="262"/>
            <ac:spMk id="9" creationId="{6D6556F2-5B26-F86B-629B-52FA15D44A6A}"/>
          </ac:spMkLst>
        </pc:spChg>
        <pc:spChg chg="mod">
          <ac:chgData name="fabian alarcon carrasco" userId="7f2306910a492e58" providerId="LiveId" clId="{F15C3417-58D5-483F-AB5F-BFD5DBC86F10}" dt="2026-07-01T16:27:40.595" v="83" actId="207"/>
          <ac:spMkLst>
            <pc:docMk/>
            <pc:sldMk cId="0" sldId="262"/>
            <ac:spMk id="1808" creationId="{00000000-0000-0000-0000-000000000000}"/>
          </ac:spMkLst>
        </pc:spChg>
        <pc:spChg chg="del">
          <ac:chgData name="fabian alarcon carrasco" userId="7f2306910a492e58" providerId="LiveId" clId="{F15C3417-58D5-483F-AB5F-BFD5DBC86F10}" dt="2026-07-01T16:27:48.887" v="84" actId="478"/>
          <ac:spMkLst>
            <pc:docMk/>
            <pc:sldMk cId="0" sldId="262"/>
            <ac:spMk id="1812" creationId="{00000000-0000-0000-0000-000000000000}"/>
          </ac:spMkLst>
        </pc:spChg>
        <pc:picChg chg="add del">
          <ac:chgData name="fabian alarcon carrasco" userId="7f2306910a492e58" providerId="LiveId" clId="{F15C3417-58D5-483F-AB5F-BFD5DBC86F10}" dt="2026-07-01T16:48:31.940" v="94" actId="22"/>
          <ac:picMkLst>
            <pc:docMk/>
            <pc:sldMk cId="0" sldId="262"/>
            <ac:picMk id="11" creationId="{DDC625BF-5F7E-A639-518E-386E5FE03A71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1T16:48:58.422" v="101" actId="1076"/>
        <pc:sldMkLst>
          <pc:docMk/>
          <pc:sldMk cId="0" sldId="263"/>
        </pc:sldMkLst>
        <pc:spChg chg="add mod">
          <ac:chgData name="fabian alarcon carrasco" userId="7f2306910a492e58" providerId="LiveId" clId="{F15C3417-58D5-483F-AB5F-BFD5DBC86F10}" dt="2026-07-01T16:48:44.104" v="97"/>
          <ac:spMkLst>
            <pc:docMk/>
            <pc:sldMk cId="0" sldId="263"/>
            <ac:spMk id="6" creationId="{210F0F44-C415-65AD-E858-C039469C765D}"/>
          </ac:spMkLst>
        </pc:spChg>
        <pc:spChg chg="add mod">
          <ac:chgData name="fabian alarcon carrasco" userId="7f2306910a492e58" providerId="LiveId" clId="{F15C3417-58D5-483F-AB5F-BFD5DBC86F10}" dt="2026-07-01T16:48:44.104" v="97"/>
          <ac:spMkLst>
            <pc:docMk/>
            <pc:sldMk cId="0" sldId="263"/>
            <ac:spMk id="7" creationId="{3E627FD7-AE19-4020-F28F-193C27B71FF1}"/>
          </ac:spMkLst>
        </pc:spChg>
        <pc:spChg chg="add mod">
          <ac:chgData name="fabian alarcon carrasco" userId="7f2306910a492e58" providerId="LiveId" clId="{F15C3417-58D5-483F-AB5F-BFD5DBC86F10}" dt="2026-07-01T16:48:44.104" v="97"/>
          <ac:spMkLst>
            <pc:docMk/>
            <pc:sldMk cId="0" sldId="263"/>
            <ac:spMk id="8" creationId="{D0420F17-BA7C-EEDB-542F-046963714657}"/>
          </ac:spMkLst>
        </pc:spChg>
        <pc:spChg chg="add mod">
          <ac:chgData name="fabian alarcon carrasco" userId="7f2306910a492e58" providerId="LiveId" clId="{F15C3417-58D5-483F-AB5F-BFD5DBC86F10}" dt="2026-07-01T16:48:44.104" v="97"/>
          <ac:spMkLst>
            <pc:docMk/>
            <pc:sldMk cId="0" sldId="263"/>
            <ac:spMk id="9" creationId="{97AB7D39-B099-E47B-0990-45C75A572CAF}"/>
          </ac:spMkLst>
        </pc:spChg>
        <pc:spChg chg="add mod">
          <ac:chgData name="fabian alarcon carrasco" userId="7f2306910a492e58" providerId="LiveId" clId="{F15C3417-58D5-483F-AB5F-BFD5DBC86F10}" dt="2026-07-01T16:48:43.457" v="96"/>
          <ac:spMkLst>
            <pc:docMk/>
            <pc:sldMk cId="0" sldId="263"/>
            <ac:spMk id="10" creationId="{24788E0F-54FC-F3D4-70D2-7CEDD6AF302B}"/>
          </ac:spMkLst>
        </pc:spChg>
        <pc:spChg chg="add mod">
          <ac:chgData name="fabian alarcon carrasco" userId="7f2306910a492e58" providerId="LiveId" clId="{F15C3417-58D5-483F-AB5F-BFD5DBC86F10}" dt="2026-07-01T16:48:43.457" v="96"/>
          <ac:spMkLst>
            <pc:docMk/>
            <pc:sldMk cId="0" sldId="263"/>
            <ac:spMk id="11" creationId="{D98002F7-B11B-AECF-DAE9-1CDD746FD676}"/>
          </ac:spMkLst>
        </pc:spChg>
        <pc:spChg chg="add mod">
          <ac:chgData name="fabian alarcon carrasco" userId="7f2306910a492e58" providerId="LiveId" clId="{F15C3417-58D5-483F-AB5F-BFD5DBC86F10}" dt="2026-07-01T16:48:43.457" v="96"/>
          <ac:spMkLst>
            <pc:docMk/>
            <pc:sldMk cId="0" sldId="263"/>
            <ac:spMk id="12" creationId="{F86404A3-E289-2F21-8138-A22DE2048228}"/>
          </ac:spMkLst>
        </pc:spChg>
        <pc:spChg chg="add mod">
          <ac:chgData name="fabian alarcon carrasco" userId="7f2306910a492e58" providerId="LiveId" clId="{F15C3417-58D5-483F-AB5F-BFD5DBC86F10}" dt="2026-07-01T16:48:43.457" v="96"/>
          <ac:spMkLst>
            <pc:docMk/>
            <pc:sldMk cId="0" sldId="263"/>
            <ac:spMk id="13" creationId="{0E058C87-B565-AFAD-0A80-47E8DB74764B}"/>
          </ac:spMkLst>
        </pc:spChg>
        <pc:spChg chg="add mod">
          <ac:chgData name="fabian alarcon carrasco" userId="7f2306910a492e58" providerId="LiveId" clId="{F15C3417-58D5-483F-AB5F-BFD5DBC86F10}" dt="2026-07-01T16:48:43.457" v="96"/>
          <ac:spMkLst>
            <pc:docMk/>
            <pc:sldMk cId="0" sldId="263"/>
            <ac:spMk id="14" creationId="{FAB46B14-7C38-013C-A97F-BBBB3A07FF64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19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3"/>
            <ac:spMk id="1820" creationId="{00000000-0000-0000-0000-000000000000}"/>
          </ac:spMkLst>
        </pc:spChg>
        <pc:picChg chg="add del">
          <ac:chgData name="fabian alarcon carrasco" userId="7f2306910a492e58" providerId="LiveId" clId="{F15C3417-58D5-483F-AB5F-BFD5DBC86F10}" dt="2026-07-01T16:48:19.800" v="91" actId="22"/>
          <ac:picMkLst>
            <pc:docMk/>
            <pc:sldMk cId="0" sldId="263"/>
            <ac:picMk id="3" creationId="{B2611BA0-CB52-E06B-11B6-D24CE77255FF}"/>
          </ac:picMkLst>
        </pc:picChg>
        <pc:picChg chg="add mod">
          <ac:chgData name="fabian alarcon carrasco" userId="7f2306910a492e58" providerId="LiveId" clId="{F15C3417-58D5-483F-AB5F-BFD5DBC86F10}" dt="2026-07-01T16:48:58.422" v="101" actId="1076"/>
          <ac:picMkLst>
            <pc:docMk/>
            <pc:sldMk cId="0" sldId="263"/>
            <ac:picMk id="5" creationId="{A4188895-B1EC-51BB-5965-991491F2D0DD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1T19:09:44.792" v="132" actId="1076"/>
        <pc:sldMkLst>
          <pc:docMk/>
          <pc:sldMk cId="0" sldId="264"/>
        </pc:sldMkLst>
        <pc:spChg chg="add del mod">
          <ac:chgData name="fabian alarcon carrasco" userId="7f2306910a492e58" providerId="LiveId" clId="{F15C3417-58D5-483F-AB5F-BFD5DBC86F10}" dt="2026-07-01T19:09:40.660" v="131"/>
          <ac:spMkLst>
            <pc:docMk/>
            <pc:sldMk cId="0" sldId="264"/>
            <ac:spMk id="2" creationId="{598BB78E-F620-59D8-5435-51A09B76FC50}"/>
          </ac:spMkLst>
        </pc:spChg>
        <pc:spChg chg="add del mod">
          <ac:chgData name="fabian alarcon carrasco" userId="7f2306910a492e58" providerId="LiveId" clId="{F15C3417-58D5-483F-AB5F-BFD5DBC86F10}" dt="2026-07-01T19:09:40.660" v="131"/>
          <ac:spMkLst>
            <pc:docMk/>
            <pc:sldMk cId="0" sldId="264"/>
            <ac:spMk id="3" creationId="{7227E5F9-E9C2-F147-10C8-8825C329BECE}"/>
          </ac:spMkLst>
        </pc:spChg>
        <pc:spChg chg="add mod">
          <ac:chgData name="fabian alarcon carrasco" userId="7f2306910a492e58" providerId="LiveId" clId="{F15C3417-58D5-483F-AB5F-BFD5DBC86F10}" dt="2026-07-01T19:09:40.660" v="131"/>
          <ac:spMkLst>
            <pc:docMk/>
            <pc:sldMk cId="0" sldId="264"/>
            <ac:spMk id="4" creationId="{6C878E21-D07A-B52D-FF28-C458C7045209}"/>
          </ac:spMkLst>
        </pc:spChg>
        <pc:spChg chg="add del mod">
          <ac:chgData name="fabian alarcon carrasco" userId="7f2306910a492e58" providerId="LiveId" clId="{F15C3417-58D5-483F-AB5F-BFD5DBC86F10}" dt="2026-07-01T19:09:40.660" v="131"/>
          <ac:spMkLst>
            <pc:docMk/>
            <pc:sldMk cId="0" sldId="264"/>
            <ac:spMk id="5" creationId="{D900AB3C-CFFB-7A42-79E0-7192FFD5B930}"/>
          </ac:spMkLst>
        </pc:spChg>
        <pc:spChg chg="add mod">
          <ac:chgData name="fabian alarcon carrasco" userId="7f2306910a492e58" providerId="LiveId" clId="{F15C3417-58D5-483F-AB5F-BFD5DBC86F10}" dt="2026-07-01T19:09:24.368" v="116"/>
          <ac:spMkLst>
            <pc:docMk/>
            <pc:sldMk cId="0" sldId="264"/>
            <ac:spMk id="6" creationId="{15F94995-3597-7C06-D948-DB90A39B8AEA}"/>
          </ac:spMkLst>
        </pc:spChg>
        <pc:spChg chg="add del mod">
          <ac:chgData name="fabian alarcon carrasco" userId="7f2306910a492e58" providerId="LiveId" clId="{F15C3417-58D5-483F-AB5F-BFD5DBC86F10}" dt="2026-07-01T19:09:38.932" v="125" actId="478"/>
          <ac:spMkLst>
            <pc:docMk/>
            <pc:sldMk cId="0" sldId="264"/>
            <ac:spMk id="7" creationId="{2CD6BF2E-99EC-8A89-A31C-BB277B6C4C2C}"/>
          </ac:spMkLst>
        </pc:spChg>
        <pc:spChg chg="add del mod">
          <ac:chgData name="fabian alarcon carrasco" userId="7f2306910a492e58" providerId="LiveId" clId="{F15C3417-58D5-483F-AB5F-BFD5DBC86F10}" dt="2026-07-01T19:09:40.294" v="130" actId="6549"/>
          <ac:spMkLst>
            <pc:docMk/>
            <pc:sldMk cId="0" sldId="264"/>
            <ac:spMk id="8" creationId="{1B2DAECC-3AD3-BC45-E02E-EAA33F1988A7}"/>
          </ac:spMkLst>
        </pc:spChg>
        <pc:spChg chg="add del mod">
          <ac:chgData name="fabian alarcon carrasco" userId="7f2306910a492e58" providerId="LiveId" clId="{F15C3417-58D5-483F-AB5F-BFD5DBC86F10}" dt="2026-07-01T19:09:39.643" v="128" actId="478"/>
          <ac:spMkLst>
            <pc:docMk/>
            <pc:sldMk cId="0" sldId="264"/>
            <ac:spMk id="9" creationId="{F1230E62-B0B8-B8E8-3302-114A00C27103}"/>
          </ac:spMkLst>
        </pc:spChg>
        <pc:spChg chg="add mod">
          <ac:chgData name="fabian alarcon carrasco" userId="7f2306910a492e58" providerId="LiveId" clId="{F15C3417-58D5-483F-AB5F-BFD5DBC86F10}" dt="2026-07-01T19:09:24.368" v="116"/>
          <ac:spMkLst>
            <pc:docMk/>
            <pc:sldMk cId="0" sldId="264"/>
            <ac:spMk id="10" creationId="{43644691-4336-9D81-3266-C4052FA3D8C1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4"/>
            <ac:spMk id="1827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23.437" v="115" actId="1076"/>
          <ac:spMkLst>
            <pc:docMk/>
            <pc:sldMk cId="0" sldId="264"/>
            <ac:spMk id="1828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19:09:19.411" v="113" actId="1076"/>
          <ac:spMkLst>
            <pc:docMk/>
            <pc:sldMk cId="0" sldId="264"/>
            <ac:spMk id="1829" creationId="{00000000-0000-0000-0000-000000000000}"/>
          </ac:spMkLst>
        </pc:spChg>
        <pc:picChg chg="mod">
          <ac:chgData name="fabian alarcon carrasco" userId="7f2306910a492e58" providerId="LiveId" clId="{F15C3417-58D5-483F-AB5F-BFD5DBC86F10}" dt="2026-07-01T19:09:44.792" v="132" actId="1076"/>
          <ac:picMkLst>
            <pc:docMk/>
            <pc:sldMk cId="0" sldId="264"/>
            <ac:picMk id="1830" creationId="{00000000-0000-0000-0000-000000000000}"/>
          </ac:picMkLst>
        </pc:picChg>
      </pc:sldChg>
      <pc:sldChg chg="addSp delSp modSp mod setBg modNotes">
        <pc:chgData name="fabian alarcon carrasco" userId="7f2306910a492e58" providerId="LiveId" clId="{F15C3417-58D5-483F-AB5F-BFD5DBC86F10}" dt="2026-07-01T19:16:51.834" v="136" actId="1076"/>
        <pc:sldMkLst>
          <pc:docMk/>
          <pc:sldMk cId="0" sldId="265"/>
        </pc:sldMkLst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2" creationId="{2B91CA29-BB5F-519E-E570-560A366A486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3" creationId="{04F5DF6C-2A4C-282E-4D7C-AC2CBA8C7B92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4" creationId="{38347402-9994-5CB7-0B06-F014B263235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5" creationId="{E2EBA983-23A7-A480-487B-1A92E14F84BD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6" creationId="{B255A54A-76CC-8258-72E8-99BD18614D4B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7" creationId="{98E35ACD-C00D-65F4-1860-8CC46112F544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8" creationId="{A4A5A6F1-2AB9-5037-8FC6-9FE1DFE06BE8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9" creationId="{CEA45C7B-53C4-C438-E0DA-2BBA2B0FC259}"/>
          </ac:spMkLst>
        </pc:spChg>
        <pc:spChg chg="add mod">
          <ac:chgData name="fabian alarcon carrasco" userId="7f2306910a492e58" providerId="LiveId" clId="{F15C3417-58D5-483F-AB5F-BFD5DBC86F10}" dt="2026-07-01T19:08:43.562" v="107"/>
          <ac:spMkLst>
            <pc:docMk/>
            <pc:sldMk cId="0" sldId="265"/>
            <ac:spMk id="10" creationId="{2ED3B69B-43F9-F958-0DF1-DFEA0C84C5D5}"/>
          </ac:spMkLst>
        </pc:spChg>
        <pc:spChg chg="mod">
          <ac:chgData name="fabian alarcon carrasco" userId="7f2306910a492e58" providerId="LiveId" clId="{F15C3417-58D5-483F-AB5F-BFD5DBC86F10}" dt="2026-07-01T19:08:18.811" v="103" actId="207"/>
          <ac:spMkLst>
            <pc:docMk/>
            <pc:sldMk cId="0" sldId="265"/>
            <ac:spMk id="1835" creationId="{00000000-0000-0000-0000-000000000000}"/>
          </ac:spMkLst>
        </pc:spChg>
        <pc:picChg chg="add mod">
          <ac:chgData name="fabian alarcon carrasco" userId="7f2306910a492e58" providerId="LiveId" clId="{F15C3417-58D5-483F-AB5F-BFD5DBC86F10}" dt="2026-07-01T19:16:51.834" v="136" actId="1076"/>
          <ac:picMkLst>
            <pc:docMk/>
            <pc:sldMk cId="0" sldId="265"/>
            <ac:picMk id="12" creationId="{F80B0D65-2302-61C7-1412-05FC7A31F45C}"/>
          </ac:picMkLst>
        </pc:picChg>
        <pc:picChg chg="del">
          <ac:chgData name="fabian alarcon carrasco" userId="7f2306910a492e58" providerId="LiveId" clId="{F15C3417-58D5-483F-AB5F-BFD5DBC86F10}" dt="2026-07-01T19:16:46.698" v="133" actId="478"/>
          <ac:picMkLst>
            <pc:docMk/>
            <pc:sldMk cId="0" sldId="265"/>
            <ac:picMk id="1839" creationId="{00000000-0000-0000-0000-000000000000}"/>
          </ac:picMkLst>
        </pc:picChg>
      </pc:sldChg>
      <pc:sldChg chg="addSp delSp modSp mod setBg">
        <pc:chgData name="fabian alarcon carrasco" userId="7f2306910a492e58" providerId="LiveId" clId="{F15C3417-58D5-483F-AB5F-BFD5DBC86F10}" dt="2026-07-01T19:08:23.100" v="105" actId="1076"/>
        <pc:sldMkLst>
          <pc:docMk/>
          <pc:sldMk cId="0" sldId="266"/>
        </pc:sldMkLst>
        <pc:spChg chg="add mod">
          <ac:chgData name="fabian alarcon carrasco" userId="7f2306910a492e58" providerId="LiveId" clId="{F15C3417-58D5-483F-AB5F-BFD5DBC86F10}" dt="2026-07-01T16:33:42.855" v="86"/>
          <ac:spMkLst>
            <pc:docMk/>
            <pc:sldMk cId="0" sldId="266"/>
            <ac:spMk id="4" creationId="{9B30DA73-5F1F-0A57-5D44-439F81592DCF}"/>
          </ac:spMkLst>
        </pc:spChg>
        <pc:spChg chg="add mod">
          <ac:chgData name="fabian alarcon carrasco" userId="7f2306910a492e58" providerId="LiveId" clId="{F15C3417-58D5-483F-AB5F-BFD5DBC86F10}" dt="2026-07-01T16:33:43.758" v="87"/>
          <ac:spMkLst>
            <pc:docMk/>
            <pc:sldMk cId="0" sldId="266"/>
            <ac:spMk id="5" creationId="{AF4B9C86-E9B0-4E30-0804-B548914CF6FF}"/>
          </ac:spMkLst>
        </pc:spChg>
        <pc:spChg chg="add mod">
          <ac:chgData name="fabian alarcon carrasco" userId="7f2306910a492e58" providerId="LiveId" clId="{F15C3417-58D5-483F-AB5F-BFD5DBC86F10}" dt="2026-07-01T16:33:43.758" v="87"/>
          <ac:spMkLst>
            <pc:docMk/>
            <pc:sldMk cId="0" sldId="266"/>
            <ac:spMk id="6" creationId="{DB5240DB-FF85-DE2F-F89F-89ACA584FDDF}"/>
          </ac:spMkLst>
        </pc:spChg>
        <pc:spChg chg="add mod">
          <ac:chgData name="fabian alarcon carrasco" userId="7f2306910a492e58" providerId="LiveId" clId="{F15C3417-58D5-483F-AB5F-BFD5DBC86F10}" dt="2026-07-01T16:33:42.855" v="86"/>
          <ac:spMkLst>
            <pc:docMk/>
            <pc:sldMk cId="0" sldId="266"/>
            <ac:spMk id="7" creationId="{5EE1922E-E3D3-C46B-70EE-8CFFA4C3779B}"/>
          </ac:spMkLst>
        </pc:spChg>
        <pc:spChg chg="add mod">
          <ac:chgData name="fabian alarcon carrasco" userId="7f2306910a492e58" providerId="LiveId" clId="{F15C3417-58D5-483F-AB5F-BFD5DBC86F10}" dt="2026-07-01T16:33:42.855" v="86"/>
          <ac:spMkLst>
            <pc:docMk/>
            <pc:sldMk cId="0" sldId="266"/>
            <ac:spMk id="8" creationId="{0D50B4C1-B7BD-90D6-5F83-D6EB9DE3ADA9}"/>
          </ac:spMkLst>
        </pc:spChg>
        <pc:spChg chg="add mod">
          <ac:chgData name="fabian alarcon carrasco" userId="7f2306910a492e58" providerId="LiveId" clId="{F15C3417-58D5-483F-AB5F-BFD5DBC86F10}" dt="2026-07-01T16:33:42.855" v="86"/>
          <ac:spMkLst>
            <pc:docMk/>
            <pc:sldMk cId="0" sldId="266"/>
            <ac:spMk id="9" creationId="{08A85703-EEE5-AE7D-BC8E-A68C86186A00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0" creationId="{5520855B-6B17-7959-8672-98E496ABD880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1" creationId="{7E5D17AF-816B-6DE7-8B78-CD0D0D8CEF2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2" creationId="{9A94B25C-E483-AA67-32CF-F8D1E3B1776F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3" creationId="{6DE0E96A-9BFE-51A4-6FC7-1A8D008CABC6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4" creationId="{A15FF4F9-FAD2-17A7-5AB4-55678DC2566A}"/>
          </ac:spMkLst>
        </pc:spChg>
        <pc:spChg chg="add mod">
          <ac:chgData name="fabian alarcon carrasco" userId="7f2306910a492e58" providerId="LiveId" clId="{F15C3417-58D5-483F-AB5F-BFD5DBC86F10}" dt="2026-07-01T16:33:54.943" v="89"/>
          <ac:spMkLst>
            <pc:docMk/>
            <pc:sldMk cId="0" sldId="266"/>
            <ac:spMk id="15" creationId="{0284D6CD-BA8F-DCDE-D20F-125E75C7E762}"/>
          </ac:spMkLst>
        </pc:spChg>
        <pc:picChg chg="add mod">
          <ac:chgData name="fabian alarcon carrasco" userId="7f2306910a492e58" providerId="LiveId" clId="{F15C3417-58D5-483F-AB5F-BFD5DBC86F10}" dt="2026-07-01T19:08:23.100" v="105" actId="1076"/>
          <ac:picMkLst>
            <pc:docMk/>
            <pc:sldMk cId="0" sldId="266"/>
            <ac:picMk id="3" creationId="{2D561BAD-A8F5-5681-3739-FA86D298F5D5}"/>
          </ac:picMkLst>
        </pc:picChg>
        <pc:picChg chg="del">
          <ac:chgData name="fabian alarcon carrasco" userId="7f2306910a492e58" providerId="LiveId" clId="{F15C3417-58D5-483F-AB5F-BFD5DBC86F10}" dt="2026-07-01T02:32:41.043" v="34" actId="478"/>
          <ac:picMkLst>
            <pc:docMk/>
            <pc:sldMk cId="0" sldId="266"/>
            <ac:picMk id="1847" creationId="{00000000-0000-0000-0000-000000000000}"/>
          </ac:picMkLst>
        </pc:picChg>
      </pc:sldChg>
      <pc:sldChg chg="setBg modNotes">
        <pc:chgData name="fabian alarcon carrasco" userId="7f2306910a492e58" providerId="LiveId" clId="{F15C3417-58D5-483F-AB5F-BFD5DBC86F10}" dt="2026-07-01T19:08:51.770" v="108"/>
        <pc:sldMkLst>
          <pc:docMk/>
          <pc:sldMk cId="0" sldId="267"/>
        </pc:sldMkLst>
      </pc:sldChg>
      <pc:sldChg chg="modSp modNotes">
        <pc:chgData name="fabian alarcon carrasco" userId="7f2306910a492e58" providerId="LiveId" clId="{F15C3417-58D5-483F-AB5F-BFD5DBC86F10}" dt="2026-07-01T02:29:24.503" v="17"/>
        <pc:sldMkLst>
          <pc:docMk/>
          <pc:sldMk cId="0" sldId="268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5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8"/>
            <ac:spMk id="1876" creationId="{00000000-0000-0000-0000-000000000000}"/>
          </ac:spMkLst>
        </pc:spChg>
      </pc:sldChg>
      <pc:sldChg chg="modSp modNotes">
        <pc:chgData name="fabian alarcon carrasco" userId="7f2306910a492e58" providerId="LiveId" clId="{F15C3417-58D5-483F-AB5F-BFD5DBC86F10}" dt="2026-07-01T02:29:24.503" v="17"/>
        <pc:sldMkLst>
          <pc:docMk/>
          <pc:sldMk cId="0" sldId="269"/>
        </pc:sldMkLst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3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4" creationId="{00000000-0000-0000-0000-000000000000}"/>
          </ac:spMkLst>
        </pc:spChg>
        <pc:spChg chg="mod">
          <ac:chgData name="fabian alarcon carrasco" userId="7f2306910a492e58" providerId="LiveId" clId="{F15C3417-58D5-483F-AB5F-BFD5DBC86F10}" dt="2026-07-01T02:29:24.503" v="17"/>
          <ac:spMkLst>
            <pc:docMk/>
            <pc:sldMk cId="0" sldId="269"/>
            <ac:spMk id="1885" creationId="{00000000-0000-0000-0000-000000000000}"/>
          </ac:spMkLst>
        </pc:spChg>
      </pc:sldChg>
      <pc:sldMasterChg chg="modSldLayout">
        <pc:chgData name="fabian alarcon carrasco" userId="7f2306910a492e58" providerId="LiveId" clId="{F15C3417-58D5-483F-AB5F-BFD5DBC86F10}" dt="2026-07-01T02:28:03.142" v="11"/>
        <pc:sldMasterMkLst>
          <pc:docMk/>
          <pc:sldMasterMk cId="3120759072" sldId="2147483808"/>
        </pc:sldMasterMkLst>
        <pc:sldLayoutChg chg="addSp delSp">
          <pc:chgData name="fabian alarcon carrasco" userId="7f2306910a492e58" providerId="LiveId" clId="{F15C3417-58D5-483F-AB5F-BFD5DBC86F10}" dt="2026-07-01T02:28:03.142" v="11"/>
          <pc:sldLayoutMkLst>
            <pc:docMk/>
            <pc:sldMasterMk cId="3120759072" sldId="2147483808"/>
            <pc:sldLayoutMk cId="232096078" sldId="2147483820"/>
          </pc:sldLayoutMkLst>
          <pc:spChg chg="add del">
            <ac:chgData name="fabian alarcon carrasco" userId="7f2306910a492e58" providerId="LiveId" clId="{F15C3417-58D5-483F-AB5F-BFD5DBC86F10}" dt="2026-07-01T02:28:03.142" v="11"/>
            <ac:spMkLst>
              <pc:docMk/>
              <pc:sldMasterMk cId="3120759072" sldId="2147483808"/>
              <pc:sldLayoutMk cId="232096078" sldId="2147483820"/>
              <ac:spMk id="10" creationId="{00000000-0000-0000-0000-000000000000}"/>
            </ac:spMkLst>
          </pc:spChg>
          <pc:spChg chg="add del">
            <ac:chgData name="fabian alarcon carrasco" userId="7f2306910a492e58" providerId="LiveId" clId="{F15C3417-58D5-483F-AB5F-BFD5DBC86F10}" dt="2026-07-01T02:28:03.142" v="11"/>
            <ac:spMkLst>
              <pc:docMk/>
              <pc:sldMasterMk cId="3120759072" sldId="2147483808"/>
              <pc:sldLayoutMk cId="232096078" sldId="2147483820"/>
              <ac:spMk id="15" creationId="{00000000-0000-0000-0000-000000000000}"/>
            </ac:spMkLst>
          </pc:spChg>
          <pc:spChg chg="add del">
            <ac:chgData name="fabian alarcon carrasco" userId="7f2306910a492e58" providerId="LiveId" clId="{F15C3417-58D5-483F-AB5F-BFD5DBC86F10}" dt="2026-07-01T02:28:03.142" v="11"/>
            <ac:spMkLst>
              <pc:docMk/>
              <pc:sldMasterMk cId="3120759072" sldId="2147483808"/>
              <pc:sldLayoutMk cId="232096078" sldId="2147483820"/>
              <ac:spMk id="16" creationId="{00000000-0000-0000-0000-000000000000}"/>
            </ac:spMkLst>
          </pc:spChg>
          <pc:cxnChg chg="add del">
            <ac:chgData name="fabian alarcon carrasco" userId="7f2306910a492e58" providerId="LiveId" clId="{F15C3417-58D5-483F-AB5F-BFD5DBC86F10}" dt="2026-07-01T02:28:03.142" v="11"/>
            <ac:cxnSpMkLst>
              <pc:docMk/>
              <pc:sldMasterMk cId="3120759072" sldId="2147483808"/>
              <pc:sldLayoutMk cId="232096078" sldId="2147483820"/>
              <ac:cxnSpMk id="18" creationId="{00000000-0000-0000-0000-000000000000}"/>
            </ac:cxnSpMkLst>
          </pc:cxnChg>
        </pc:sldLayoutChg>
      </pc:sldMasterChg>
      <pc:sldMasterChg chg="modSldLayout">
        <pc:chgData name="fabian alarcon carrasco" userId="7f2306910a492e58" providerId="LiveId" clId="{F15C3417-58D5-483F-AB5F-BFD5DBC86F10}" dt="2026-07-01T02:29:24.503" v="17"/>
        <pc:sldMasterMkLst>
          <pc:docMk/>
          <pc:sldMasterMk cId="3508747074" sldId="2147483808"/>
        </pc:sldMasterMkLst>
        <pc:sldLayoutChg chg="addSp delSp">
          <pc:chgData name="fabian alarcon carrasco" userId="7f2306910a492e58" providerId="LiveId" clId="{F15C3417-58D5-483F-AB5F-BFD5DBC86F10}" dt="2026-07-01T02:29:24.503" v="17"/>
          <pc:sldLayoutMkLst>
            <pc:docMk/>
            <pc:sldMasterMk cId="3508747074" sldId="2147483808"/>
            <pc:sldLayoutMk cId="2458986479" sldId="2147483820"/>
          </pc:sldLayoutMkLst>
          <pc:spChg chg="add del">
            <ac:chgData name="fabian alarcon carrasco" userId="7f2306910a492e58" providerId="LiveId" clId="{F15C3417-58D5-483F-AB5F-BFD5DBC86F10}" dt="2026-07-01T02:29:24.503" v="17"/>
            <ac:spMkLst>
              <pc:docMk/>
              <pc:sldMasterMk cId="3508747074" sldId="2147483808"/>
              <pc:sldLayoutMk cId="2458986479" sldId="2147483820"/>
              <ac:spMk id="10" creationId="{00000000-0000-0000-0000-000000000000}"/>
            </ac:spMkLst>
          </pc:spChg>
          <pc:spChg chg="add del">
            <ac:chgData name="fabian alarcon carrasco" userId="7f2306910a492e58" providerId="LiveId" clId="{F15C3417-58D5-483F-AB5F-BFD5DBC86F10}" dt="2026-07-01T02:29:24.503" v="17"/>
            <ac:spMkLst>
              <pc:docMk/>
              <pc:sldMasterMk cId="3508747074" sldId="2147483808"/>
              <pc:sldLayoutMk cId="2458986479" sldId="2147483820"/>
              <ac:spMk id="15" creationId="{00000000-0000-0000-0000-000000000000}"/>
            </ac:spMkLst>
          </pc:spChg>
          <pc:spChg chg="add del">
            <ac:chgData name="fabian alarcon carrasco" userId="7f2306910a492e58" providerId="LiveId" clId="{F15C3417-58D5-483F-AB5F-BFD5DBC86F10}" dt="2026-07-01T02:29:24.503" v="17"/>
            <ac:spMkLst>
              <pc:docMk/>
              <pc:sldMasterMk cId="3508747074" sldId="2147483808"/>
              <pc:sldLayoutMk cId="2458986479" sldId="2147483820"/>
              <ac:spMk id="16" creationId="{00000000-0000-0000-0000-000000000000}"/>
            </ac:spMkLst>
          </pc:spChg>
          <pc:cxnChg chg="add del">
            <ac:chgData name="fabian alarcon carrasco" userId="7f2306910a492e58" providerId="LiveId" clId="{F15C3417-58D5-483F-AB5F-BFD5DBC86F10}" dt="2026-07-01T02:29:24.503" v="17"/>
            <ac:cxnSpMkLst>
              <pc:docMk/>
              <pc:sldMasterMk cId="3508747074" sldId="2147483808"/>
              <pc:sldLayoutMk cId="2458986479" sldId="2147483820"/>
              <ac:cxnSpMk id="18" creationId="{00000000-0000-0000-0000-000000000000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g396dfdc11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4" name="Google Shape;1714;g396dfdc11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96dfdc1131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96dfdc1131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96dfdc1131_0_9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96dfdc1131_0_9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396dfdc1131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396dfdc1131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g3ed918eee5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6" name="Google Shape;1796;g3ed918eee5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96dfdc1131_0_1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96dfdc1131_0_15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396dfdc1131_0_2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396dfdc1131_0_2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3ebbc2c3d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3ebbc2c3d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e26d3e936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e26d3e936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3e26d3e936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3e26d3e936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396dfdc1131_0_20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396dfdc1131_0_20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3ebbc2c3d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3ebbc2c3d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396dfdc1131_0_2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396dfdc1131_0_2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1" name="Google Shape;31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Google Shape;41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" name="Google Shape;57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3" name="Google Shape;73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7" name="Google Shape;97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8" name="Google Shape;98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4" name="Google Shape;104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7" name="Google Shape;107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0" name="Google Shape;110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3" name="Google Shape;113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6" name="Google Shape;116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8" name="Google Shape;118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8" name="Google Shape;128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" name="Google Shape;129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5" name="Google Shape;135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6" name="Google Shape;136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7" name="Google Shape;137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8" name="Google Shape;138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" name="Google Shape;139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0" name="Google Shape;140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1" name="Google Shape;141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" name="Google Shape;142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4" name="Google Shape;144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5" name="Google Shape;145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8" name="Google Shape;148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9" name="Google Shape;149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0" name="Google Shape;150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2" name="Google Shape;152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3" name="Google Shape;153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6" name="Google Shape;156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" name="Google Shape;157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6" name="Google Shape;166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3" name="Google Shape;173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74" name="Google Shape;174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79" name="Google Shape;179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5" name="Google Shape;195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6" name="Google Shape;196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7" name="Google Shape;197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9" name="Google Shape;199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4" name="Google Shape;204;p1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06" name="Google Shape;206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2" name="Google Shape;212;p1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5" name="Google Shape;225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5" name="Google Shape;245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7" name="Google Shape;247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9" name="Google Shape;249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1" name="Google Shape;251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9" name="Google Shape;259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1" name="Google Shape;261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1" name="Google Shape;271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3" name="Google Shape;273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4" name="Google Shape;274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5" name="Google Shape;275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6" name="Google Shape;276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7" name="Google Shape;297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19" name="Google Shape;319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0" name="Google Shape;32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8" name="Google Shape;348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3" name="Google Shape;353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9" name="Google Shape;35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5" name="Google Shape;4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0" name="Google Shape;410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3" name="Google Shape;413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9" name="Google Shape;439;p4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0" name="Google Shape;440;p4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1" name="Google Shape;441;p4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42" name="Google Shape;442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3" name="Google Shape;443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445" name="Google Shape;445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4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9" name="Google Shape;449;p4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452" name="Google Shape;452;p4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58" name="Google Shape;458;p4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1" name="Google Shape;461;p4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2" name="Google Shape;462;p4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3" name="Google Shape;463;p4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4" name="Google Shape;464;p4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65" name="Google Shape;465;p4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4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67" name="Google Shape;467;p4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4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69" name="Google Shape;469;p4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0" name="Google Shape;470;p4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71" name="Google Shape;471;p4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4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4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4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4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0" name="Google Shape;480;p4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1" name="Google Shape;481;p4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82" name="Google Shape;482;p4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84" name="Google Shape;484;p4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5" name="Google Shape;485;p4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6" name="Google Shape;486;p4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7" name="Google Shape;487;p4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4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1" name="Google Shape;491;p4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p4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5" name="Google Shape;495;p4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00" name="Google Shape;500;p4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3" name="Google Shape;503;p4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4" name="Google Shape;504;p4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05" name="Google Shape;505;p4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06" name="Google Shape;506;p4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7" name="Google Shape;507;p4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8" name="Google Shape;508;p4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09" name="Google Shape;509;p4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0" name="Google Shape;510;p4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1" name="Google Shape;511;p4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2" name="Google Shape;512;p4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13" name="Google Shape;513;p4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5" name="Google Shape;515;p4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4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7" name="Google Shape;517;p4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8" name="Google Shape;518;p4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4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23" name="Google Shape;523;p4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4" name="Google Shape;524;p4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5" name="Google Shape;525;p4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6" name="Google Shape;526;p4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27" name="Google Shape;527;p4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8" name="Google Shape;528;p4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29" name="Google Shape;529;p4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0" name="Google Shape;530;p4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1" name="Google Shape;531;p4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2" name="Google Shape;532;p4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3" name="Google Shape;533;p4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4" name="Google Shape;534;p4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5" name="Google Shape;535;p4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6" name="Google Shape;536;p4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7" name="Google Shape;537;p4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38" name="Google Shape;538;p4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39" name="Google Shape;539;p4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0" name="Google Shape;540;p4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1" name="Google Shape;541;p4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542" name="Google Shape;542;p4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543" name="Google Shape;543;p4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544" name="Google Shape;544;p4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5" name="Google Shape;545;p4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4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550" name="Google Shape;550;p4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1" name="Google Shape;551;p4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2" name="Google Shape;552;p4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3" name="Google Shape;553;p4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554" name="Google Shape;554;p4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4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9" name="Google Shape;559;p5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0" name="Google Shape;560;p5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561" name="Google Shape;561;p5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562" name="Google Shape;562;p5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63" name="Google Shape;563;p5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564" name="Google Shape;564;p5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5" name="Google Shape;565;p5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6" name="Google Shape;566;p5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67" name="Google Shape;567;p5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8" name="Google Shape;568;p5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69" name="Google Shape;569;p5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0" name="Google Shape;570;p5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1" name="Google Shape;571;p5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2" name="Google Shape;572;p5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3" name="Google Shape;573;p5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4" name="Google Shape;574;p5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5" name="Google Shape;575;p5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6" name="Google Shape;576;p5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77" name="Google Shape;577;p5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578" name="Google Shape;578;p5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579" name="Google Shape;579;p5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0" name="Google Shape;580;p5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1" name="Google Shape;581;p5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582" name="Google Shape;582;p5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" name="Google Shape;583;p5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4" name="Google Shape;584;p5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587" name="Google Shape;587;p5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8" name="Google Shape;588;p5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89" name="Google Shape;589;p5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90" name="Google Shape;590;p5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591" name="Google Shape;591;p5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5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5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4" name="Google Shape;594;p5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598" name="Google Shape;598;p5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599" name="Google Shape;599;p5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0" name="Google Shape;600;p5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1" name="Google Shape;601;p5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2" name="Google Shape;602;p5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03" name="Google Shape;603;p5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604" name="Google Shape;604;p5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5" name="Google Shape;605;p5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5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0" name="Google Shape;610;p5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1" name="Google Shape;611;p5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12" name="Google Shape;612;p5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3" name="Google Shape;613;p5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4" name="Google Shape;614;p5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5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6" name="Google Shape;616;p5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17" name="Google Shape;617;p5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8" name="Google Shape;618;p5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19" name="Google Shape;619;p5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20" name="Google Shape;620;p5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21" name="Google Shape;621;p5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22" name="Google Shape;622;p5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5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5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5" name="Google Shape;625;p5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628" name="Google Shape;628;p5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29" name="Google Shape;629;p5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30" name="Google Shape;630;p5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31" name="Google Shape;631;p5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2" name="Google Shape;632;p5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3" name="Google Shape;633;p5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4" name="Google Shape;634;p5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5" name="Google Shape;635;p5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6" name="Google Shape;636;p5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7" name="Google Shape;637;p5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38" name="Google Shape;638;p5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39" name="Google Shape;639;p5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0" name="Google Shape;640;p5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1" name="Google Shape;641;p5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42" name="Google Shape;642;p5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3" name="Google Shape;643;p5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44" name="Google Shape;644;p5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5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5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8" name="Google Shape;648;p5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5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0" name="Google Shape;650;p5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1" name="Google Shape;651;p5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2" name="Google Shape;652;p5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53" name="Google Shape;653;p5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5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5" name="Google Shape;655;p5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6" name="Google Shape;656;p5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5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58" name="Google Shape;658;p5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9" name="Google Shape;659;p5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0" name="Google Shape;660;p5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1" name="Google Shape;661;p5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2" name="Google Shape;662;p5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63" name="Google Shape;663;p5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64" name="Google Shape;664;p5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5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0" name="Google Shape;670;p5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5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2" name="Google Shape;672;p5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3" name="Google Shape;673;p5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74" name="Google Shape;674;p5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5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676" name="Google Shape;676;p5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7" name="Google Shape;677;p5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8" name="Google Shape;678;p5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79" name="Google Shape;679;p5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0" name="Google Shape;680;p5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4" name="Google Shape;684;p5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85" name="Google Shape;685;p5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686" name="Google Shape;686;p5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7" name="Google Shape;687;p5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5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5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5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5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5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3" name="Google Shape;693;p5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94" name="Google Shape;694;p5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5" name="Google Shape;695;p5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696" name="Google Shape;696;p5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5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5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699" name="Google Shape;699;p5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00" name="Google Shape;700;p5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1" name="Google Shape;701;p5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5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3" name="Google Shape;703;p5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4" name="Google Shape;704;p5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5" name="Google Shape;705;p5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6" name="Google Shape;706;p5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7" name="Google Shape;707;p5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8" name="Google Shape;708;p5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09" name="Google Shape;709;p5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0" name="Google Shape;710;p5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11" name="Google Shape;711;p5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714" name="Google Shape;714;p5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5" name="Google Shape;715;p5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16" name="Google Shape;716;p5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7" name="Google Shape;717;p5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18" name="Google Shape;718;p5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19" name="Google Shape;719;p5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0" name="Google Shape;720;p5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21" name="Google Shape;721;p5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22" name="Google Shape;722;p5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3" name="Google Shape;723;p5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4" name="Google Shape;724;p5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5" name="Google Shape;725;p5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6" name="Google Shape;726;p5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7" name="Google Shape;727;p5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28" name="Google Shape;728;p5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5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0" name="Google Shape;730;p5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1" name="Google Shape;731;p5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732" name="Google Shape;732;p5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3" name="Google Shape;733;p5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5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5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37" name="Google Shape;737;p5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738" name="Google Shape;738;p5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9" name="Google Shape;739;p5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2" name="Google Shape;742;p5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43" name="Google Shape;743;p5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4" name="Google Shape;744;p5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5" name="Google Shape;745;p5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6" name="Google Shape;746;p5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7" name="Google Shape;747;p5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8" name="Google Shape;748;p5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5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0" name="Google Shape;750;p5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1" name="Google Shape;751;p5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752" name="Google Shape;752;p5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5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4" name="Google Shape;754;p5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5" name="Google Shape;755;p5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56" name="Google Shape;756;p5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59" name="Google Shape;759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4" name="Google Shape;764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8" name="Google Shape;768;p6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3" name="Google Shape;773;p6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78" name="Google Shape;778;p6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79" name="Google Shape;779;p6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4" name="Google Shape;784;p6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9" name="Google Shape;789;p7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0" name="Google Shape;790;p7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1" name="Google Shape;791;p7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2" name="Google Shape;792;p7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3" name="Google Shape;793;p7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97" name="Google Shape;797;p7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7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1" name="Google Shape;801;p7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2" name="Google Shape;802;p7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3" name="Google Shape;803;p7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7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07" name="Google Shape;807;p7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7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09" name="Google Shape;809;p7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0" name="Google Shape;810;p7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1" name="Google Shape;811;p7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4" name="Google Shape;814;p7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5" name="Google Shape;815;p7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6" name="Google Shape;816;p7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17" name="Google Shape;817;p7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7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19" name="Google Shape;819;p7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0" name="Google Shape;820;p7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21" name="Google Shape;821;p7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4" name="Google Shape;824;p7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27" name="Google Shape;827;p7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7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7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0" name="Google Shape;830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7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32" name="Google Shape;832;p7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5" name="Google Shape;835;p7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6" name="Google Shape;836;p7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7" name="Google Shape;837;p7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38" name="Google Shape;838;p7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0" name="Google Shape;840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7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2" name="Google Shape;842;p7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3" name="Google Shape;843;p7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8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8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8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8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2" name="Google Shape;852;p8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8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4" name="Google Shape;854;p8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8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8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8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4" name="Google Shape;864;p8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5" name="Google Shape;865;p8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6" name="Google Shape;866;p8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7" name="Google Shape;867;p8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68" name="Google Shape;868;p8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69" name="Google Shape;869;p8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0" name="Google Shape;870;p8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71" name="Google Shape;871;p8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8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3" name="Google Shape;873;p8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4" name="Google Shape;874;p8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5" name="Google Shape;875;p8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878" name="Google Shape;878;p8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9" name="Google Shape;879;p8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0" name="Google Shape;880;p8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1" name="Google Shape;881;p8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2" name="Google Shape;882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3" name="Google Shape;883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84" name="Google Shape;884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7" name="Google Shape;887;p8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8" name="Google Shape;888;p8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89" name="Google Shape;889;p8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0" name="Google Shape;890;p8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91" name="Google Shape;89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2" name="Google Shape;89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93" name="Google Shape;89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4" name="Google Shape;894;p8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5" name="Google Shape;895;p8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6" name="Google Shape;896;p8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97" name="Google Shape;897;p8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8" name="Google Shape;898;p8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899" name="Google Shape;899;p8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8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8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8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905" name="Google Shape;905;p8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6" name="Google Shape;906;p8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7" name="Google Shape;907;p8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08" name="Google Shape;908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9" name="Google Shape;909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10" name="Google Shape;910;p8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8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8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6" name="Google Shape;916;p8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p8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p8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8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20" name="Google Shape;920;p8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1" name="Google Shape;921;p8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2" name="Google Shape;922;p8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3" name="Google Shape;923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8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26" name="Google Shape;926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8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29" name="Google Shape;929;p8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0" name="Google Shape;930;p8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31" name="Google Shape;931;p8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932" name="Google Shape;932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8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4" name="Google Shape;934;p8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5" name="Google Shape;935;p8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7" name="Google Shape;937;p8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8" name="Google Shape;938;p8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0" name="Google Shape;940;p8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1" name="Google Shape;941;p8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2" name="Google Shape;942;p8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3" name="Google Shape;943;p8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4" name="Google Shape;944;p8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5" name="Google Shape;945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6" name="Google Shape;946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8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49" name="Google Shape;949;p8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0" name="Google Shape;950;p8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1" name="Google Shape;951;p8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2" name="Google Shape;952;p8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53" name="Google Shape;953;p8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8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5" name="Google Shape;955;p8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6" name="Google Shape;956;p8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7" name="Google Shape;957;p8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58" name="Google Shape;958;p8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59" name="Google Shape;959;p8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0" name="Google Shape;960;p8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1" name="Google Shape;961;p8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2" name="Google Shape;962;p8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3" name="Google Shape;963;p8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4" name="Google Shape;964;p8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5" name="Google Shape;965;p8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6" name="Google Shape;966;p8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7" name="Google Shape;967;p8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68" name="Google Shape;968;p8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69" name="Google Shape;969;p8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970" name="Google Shape;970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72" name="Google Shape;972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8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976" name="Google Shape;976;p8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7" name="Google Shape;977;p8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8" name="Google Shape;978;p8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79" name="Google Shape;979;p8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980" name="Google Shape;98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1" name="Google Shape;98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2" name="Google Shape;98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9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987" name="Google Shape;987;p9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988" name="Google Shape;988;p9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989" name="Google Shape;989;p9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990" name="Google Shape;990;p9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1" name="Google Shape;991;p9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92" name="Google Shape;992;p9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3" name="Google Shape;993;p9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4" name="Google Shape;994;p9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5" name="Google Shape;995;p9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996" name="Google Shape;996;p9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997" name="Google Shape;997;p9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8" name="Google Shape;998;p9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999" name="Google Shape;999;p9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0" name="Google Shape;1000;p9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1" name="Google Shape;1001;p9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2" name="Google Shape;1002;p9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3" name="Google Shape;1003;p9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004" name="Google Shape;1004;p9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005" name="Google Shape;1005;p9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6" name="Google Shape;1006;p9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07" name="Google Shape;1007;p9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008" name="Google Shape;1008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0" name="Google Shape;1010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13" name="Google Shape;1013;p9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14" name="Google Shape;1014;p9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5" name="Google Shape;1015;p9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6" name="Google Shape;1016;p9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7" name="Google Shape;1017;p9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018" name="Google Shape;101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9" name="Google Shape;1019;p9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0" name="Google Shape;1020;p9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2" name="Google Shape;1022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9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025" name="Google Shape;1025;p9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026" name="Google Shape;1026;p9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7" name="Google Shape;1027;p9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8" name="Google Shape;1028;p9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9" name="Google Shape;1029;p9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30" name="Google Shape;1030;p9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031" name="Google Shape;1031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2" name="Google Shape;1032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3" name="Google Shape;1033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6" name="Google Shape;1036;p9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7" name="Google Shape;1037;p9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38" name="Google Shape;1038;p9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39" name="Google Shape;1039;p9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0" name="Google Shape;1040;p9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1" name="Google Shape;1041;p9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2" name="Google Shape;1042;p9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3" name="Google Shape;1043;p9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44" name="Google Shape;1044;p9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5" name="Google Shape;1045;p9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46" name="Google Shape;1046;p9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47" name="Google Shape;1047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48" name="Google Shape;1048;p9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049" name="Google Shape;1049;p9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0" name="Google Shape;1050;p9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51" name="Google Shape;1051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2" name="Google Shape;1052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9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055" name="Google Shape;1055;p9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6" name="Google Shape;1056;p9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57" name="Google Shape;1057;p9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58" name="Google Shape;1058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9" name="Google Shape;1059;p9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0" name="Google Shape;1060;p9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1" name="Google Shape;1061;p9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2" name="Google Shape;1062;p9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3" name="Google Shape;1063;p9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4" name="Google Shape;1064;p9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5" name="Google Shape;1065;p9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6" name="Google Shape;1066;p9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7" name="Google Shape;1067;p9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68" name="Google Shape;1068;p9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9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0" name="Google Shape;1070;p9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71" name="Google Shape;107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2" name="Google Shape;107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5" name="Google Shape;1075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9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7" name="Google Shape;1077;p9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8" name="Google Shape;1078;p9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79" name="Google Shape;1079;p9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80" name="Google Shape;1080;p9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1" name="Google Shape;1081;p9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2" name="Google Shape;1082;p9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3" name="Google Shape;1083;p9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4" name="Google Shape;1084;p9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5" name="Google Shape;1085;p9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6" name="Google Shape;1086;p9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87" name="Google Shape;1087;p9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88" name="Google Shape;1088;p9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9" name="Google Shape;1089;p9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0" name="Google Shape;1090;p9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091" name="Google Shape;1091;p9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2" name="Google Shape;1092;p9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3" name="Google Shape;1093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94" name="Google Shape;1094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097" name="Google Shape;1097;p9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9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99" name="Google Shape;1099;p9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0" name="Google Shape;1100;p9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01" name="Google Shape;1101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9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103" name="Google Shape;1103;p9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p9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5" name="Google Shape;1105;p9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6" name="Google Shape;1106;p9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07" name="Google Shape;1107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08" name="Google Shape;1108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1" name="Google Shape;1111;p9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12" name="Google Shape;1112;p9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13" name="Google Shape;1113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4" name="Google Shape;1114;p9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5" name="Google Shape;1115;p9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6" name="Google Shape;1116;p9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7" name="Google Shape;1117;p9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8" name="Google Shape;1118;p9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9" name="Google Shape;1119;p9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0" name="Google Shape;1120;p9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1" name="Google Shape;1121;p9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2" name="Google Shape;1122;p9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123" name="Google Shape;1123;p9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9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5" name="Google Shape;1125;p9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26" name="Google Shape;1126;p9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27" name="Google Shape;1127;p9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8" name="Google Shape;1128;p9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9" name="Google Shape;1129;p9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0" name="Google Shape;1130;p9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1" name="Google Shape;1131;p9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2" name="Google Shape;1132;p9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3" name="Google Shape;1133;p9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4" name="Google Shape;1134;p9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5" name="Google Shape;1135;p9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36" name="Google Shape;1136;p9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37" name="Google Shape;113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141" name="Google Shape;1141;p9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2" name="Google Shape;1142;p9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43" name="Google Shape;1143;p9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4" name="Google Shape;1144;p9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45" name="Google Shape;1145;p9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46" name="Google Shape;1146;p9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7" name="Google Shape;1147;p9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48" name="Google Shape;1148;p9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49" name="Google Shape;1149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0" name="Google Shape;1150;p9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1" name="Google Shape;1151;p9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2" name="Google Shape;1152;p9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3" name="Google Shape;1153;p9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4" name="Google Shape;1154;p9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55" name="Google Shape;1155;p9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9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7" name="Google Shape;1157;p9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8" name="Google Shape;1158;p9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9" name="Google Shape;1159;p9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60" name="Google Shape;1160;p9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9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9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3" name="Google Shape;1163;p9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64" name="Google Shape;1164;p9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165" name="Google Shape;1165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66" name="Google Shape;1166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69" name="Google Shape;1169;p9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170" name="Google Shape;1170;p9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171" name="Google Shape;1171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3" name="Google Shape;1173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4" name="Google Shape;1174;p9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5" name="Google Shape;1175;p9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76" name="Google Shape;1176;p9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7" name="Google Shape;1177;p9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78" name="Google Shape;1178;p9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179" name="Google Shape;1179;p9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9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1" name="Google Shape;1181;p9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2" name="Google Shape;1182;p9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183" name="Google Shape;1183;p9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86" name="Google Shape;1186;p1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0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4" name="Google Shape;1194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195" name="Google Shape;1195;p10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0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00" name="Google Shape;1200;p10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0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5" name="Google Shape;1205;p10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6" name="Google Shape;1206;p10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0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1" name="Google Shape;1211;p10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1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6" name="Google Shape;1216;p11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7" name="Google Shape;1217;p11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8" name="Google Shape;1218;p11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19" name="Google Shape;1219;p11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20" name="Google Shape;1220;p11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4" name="Google Shape;1224;p11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1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11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8" name="Google Shape;1228;p11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29" name="Google Shape;1229;p11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0" name="Google Shape;1230;p11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1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3" name="Google Shape;1233;p11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34" name="Google Shape;1234;p11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5" name="Google Shape;1235;p11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6" name="Google Shape;1236;p11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7" name="Google Shape;1237;p11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8" name="Google Shape;1238;p11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1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1" name="Google Shape;1241;p11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2" name="Google Shape;1242;p11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3" name="Google Shape;1243;p11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44" name="Google Shape;1244;p11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11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6" name="Google Shape;1246;p11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7" name="Google Shape;1247;p11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8" name="Google Shape;1248;p11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1" name="Google Shape;1251;p11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1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4" name="Google Shape;1254;p11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5" name="Google Shape;1255;p11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6" name="Google Shape;1256;p11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57" name="Google Shape;1257;p1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58" name="Google Shape;1258;p11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9" name="Google Shape;1259;p11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1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2" name="Google Shape;1262;p11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3" name="Google Shape;1263;p11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4" name="Google Shape;1264;p11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5" name="Google Shape;1265;p11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1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67" name="Google Shape;1267;p1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8" name="Google Shape;1268;p11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9" name="Google Shape;1269;p11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0" name="Google Shape;1270;p11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5" name="Google Shape;1275;p12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6" name="Google Shape;1276;p12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7" name="Google Shape;1277;p12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8" name="Google Shape;1278;p12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9" name="Google Shape;1279;p12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0" name="Google Shape;1280;p12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1" name="Google Shape;1281;p12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2" name="Google Shape;1282;p12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3" name="Google Shape;1283;p12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12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12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1" name="Google Shape;1291;p12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92" name="Google Shape;1292;p12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3" name="Google Shape;1293;p12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4" name="Google Shape;1294;p12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95" name="Google Shape;1295;p1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6" name="Google Shape;1296;p1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7" name="Google Shape;1297;p12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298" name="Google Shape;1298;p1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9" name="Google Shape;1299;p12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0" name="Google Shape;1300;p12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1" name="Google Shape;1301;p12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02" name="Google Shape;1302;p12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305" name="Google Shape;1305;p12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306" name="Google Shape;1306;p12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7" name="Google Shape;1307;p12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8" name="Google Shape;1308;p12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09" name="Google Shape;1309;p1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0" name="Google Shape;1310;p1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11" name="Google Shape;1311;p1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12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4" name="Google Shape;1314;p12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5" name="Google Shape;1315;p12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6" name="Google Shape;1316;p12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7" name="Google Shape;1317;p12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18" name="Google Shape;1318;p1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9" name="Google Shape;1319;p1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20" name="Google Shape;1320;p1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12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2" name="Google Shape;1322;p12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3" name="Google Shape;1323;p12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24" name="Google Shape;1324;p12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5" name="Google Shape;1325;p12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26" name="Google Shape;1326;p12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2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329" name="Google Shape;1329;p12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2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31" name="Google Shape;1331;p12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1332" name="Google Shape;1332;p12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3" name="Google Shape;1333;p12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4" name="Google Shape;1334;p12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35" name="Google Shape;1335;p1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36" name="Google Shape;1336;p1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337" name="Google Shape;1337;p12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8" name="Google Shape;1338;p12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12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0" name="Google Shape;1340;p1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2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3" name="Google Shape;1343;p12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4" name="Google Shape;1344;p12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5" name="Google Shape;1345;p12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6" name="Google Shape;1346;p12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347" name="Google Shape;1347;p12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8" name="Google Shape;1348;p12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9" name="Google Shape;1349;p12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0" name="Google Shape;1350;p1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1" name="Google Shape;1351;p1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2" name="Google Shape;1352;p12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353" name="Google Shape;1353;p1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2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2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7" name="Google Shape;1357;p12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8" name="Google Shape;1358;p12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9" name="Google Shape;1359;p12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360" name="Google Shape;1360;p1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12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2" name="Google Shape;1362;p12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3" name="Google Shape;1363;p12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4" name="Google Shape;1364;p12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5" name="Google Shape;1365;p12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6" name="Google Shape;1366;p12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67" name="Google Shape;1367;p12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8" name="Google Shape;1368;p12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69" name="Google Shape;1369;p12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0" name="Google Shape;1370;p12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1" name="Google Shape;1371;p12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2" name="Google Shape;1372;p12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3" name="Google Shape;1373;p1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4" name="Google Shape;1374;p1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2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77" name="Google Shape;1377;p12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78" name="Google Shape;1378;p12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79" name="Google Shape;1379;p12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0" name="Google Shape;1380;p12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81" name="Google Shape;1381;p12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12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3" name="Google Shape;1383;p12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4" name="Google Shape;1384;p12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5" name="Google Shape;1385;p12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6" name="Google Shape;1386;p12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87" name="Google Shape;1387;p12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8" name="Google Shape;1388;p12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89" name="Google Shape;1389;p12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0" name="Google Shape;1390;p12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1" name="Google Shape;1391;p12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2" name="Google Shape;1392;p12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3" name="Google Shape;1393;p12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4" name="Google Shape;1394;p12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5" name="Google Shape;1395;p12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396" name="Google Shape;1396;p12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397" name="Google Shape;1397;p12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398" name="Google Shape;1398;p1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1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0" name="Google Shape;1400;p1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2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403" name="Google Shape;1403;p12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404" name="Google Shape;1404;p12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5" name="Google Shape;1405;p12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6" name="Google Shape;1406;p12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07" name="Google Shape;1407;p12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08" name="Google Shape;1408;p1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1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0" name="Google Shape;1410;p1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3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3" name="Google Shape;1413;p13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14" name="Google Shape;1414;p13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415" name="Google Shape;1415;p13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416" name="Google Shape;1416;p13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417" name="Google Shape;1417;p13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418" name="Google Shape;1418;p13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9" name="Google Shape;1419;p13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20" name="Google Shape;1420;p13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1" name="Google Shape;1421;p13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2" name="Google Shape;1422;p13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3" name="Google Shape;1423;p13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4" name="Google Shape;1424;p13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5" name="Google Shape;1425;p13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6" name="Google Shape;1426;p13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27" name="Google Shape;1427;p13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28" name="Google Shape;1428;p13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9" name="Google Shape;1429;p13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0" name="Google Shape;1430;p13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1" name="Google Shape;1431;p13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32" name="Google Shape;1432;p13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33" name="Google Shape;1433;p13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4" name="Google Shape;1434;p13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5" name="Google Shape;1435;p13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436" name="Google Shape;1436;p1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1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8" name="Google Shape;1438;p1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Google Shape;1440;p13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41" name="Google Shape;1441;p13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2" name="Google Shape;1442;p13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3" name="Google Shape;1443;p13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4" name="Google Shape;1444;p13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45" name="Google Shape;1445;p13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446" name="Google Shape;1446;p1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13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13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1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0" name="Google Shape;1450;p1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3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453" name="Google Shape;1453;p13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</p:sp>
      <p:sp>
        <p:nvSpPr>
          <p:cNvPr id="1454" name="Google Shape;1454;p13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5" name="Google Shape;1455;p13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6" name="Google Shape;1456;p13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7" name="Google Shape;1457;p13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58" name="Google Shape;1458;p13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459" name="Google Shape;1459;p13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0" name="Google Shape;1460;p13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61" name="Google Shape;1461;p13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3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4" name="Google Shape;1464;p13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5" name="Google Shape;1465;p13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6" name="Google Shape;1466;p13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67" name="Google Shape;1467;p13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8" name="Google Shape;1468;p13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69" name="Google Shape;1469;p13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70" name="Google Shape;1470;p13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1" name="Google Shape;1471;p13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2" name="Google Shape;1472;p13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3" name="Google Shape;1473;p13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74" name="Google Shape;1474;p13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75" name="Google Shape;1475;p13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76" name="Google Shape;1476;p13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477" name="Google Shape;1477;p13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8" name="Google Shape;1478;p13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79" name="Google Shape;1479;p13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80" name="Google Shape;1480;p13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cards">
  <p:cSld name="CUSTOM_1_1"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 txBox="1">
            <a:spLocks noGrp="1"/>
          </p:cNvSpPr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483" name="Google Shape;1483;p13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4" name="Google Shape;1484;p13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85" name="Google Shape;1485;p13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486" name="Google Shape;1486;p13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7" name="Google Shape;1487;p134"/>
          <p:cNvSpPr txBox="1">
            <a:spLocks noGrp="1"/>
          </p:cNvSpPr>
          <p:nvPr>
            <p:ph type="title" idx="4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88" name="Google Shape;1488;p134"/>
          <p:cNvSpPr txBox="1">
            <a:spLocks noGrp="1"/>
          </p:cNvSpPr>
          <p:nvPr>
            <p:ph type="subTitle" idx="5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9" name="Google Shape;1489;p134"/>
          <p:cNvSpPr txBox="1">
            <a:spLocks noGrp="1"/>
          </p:cNvSpPr>
          <p:nvPr>
            <p:ph type="subTitle" idx="6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0" name="Google Shape;1490;p134"/>
          <p:cNvSpPr txBox="1">
            <a:spLocks noGrp="1"/>
          </p:cNvSpPr>
          <p:nvPr>
            <p:ph type="title" idx="7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1" name="Google Shape;1491;p134"/>
          <p:cNvSpPr txBox="1">
            <a:spLocks noGrp="1"/>
          </p:cNvSpPr>
          <p:nvPr>
            <p:ph type="subTitle" idx="8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2" name="Google Shape;1492;p134"/>
          <p:cNvSpPr txBox="1">
            <a:spLocks noGrp="1"/>
          </p:cNvSpPr>
          <p:nvPr>
            <p:ph type="subTitle" idx="9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3" name="Google Shape;1493;p134"/>
          <p:cNvSpPr txBox="1">
            <a:spLocks noGrp="1"/>
          </p:cNvSpPr>
          <p:nvPr>
            <p:ph type="title" idx="13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4" name="Google Shape;1494;p134"/>
          <p:cNvSpPr txBox="1">
            <a:spLocks noGrp="1"/>
          </p:cNvSpPr>
          <p:nvPr>
            <p:ph type="subTitle" idx="14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5" name="Google Shape;1495;p134"/>
          <p:cNvSpPr txBox="1">
            <a:spLocks noGrp="1"/>
          </p:cNvSpPr>
          <p:nvPr>
            <p:ph type="subTitle" idx="15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6" name="Google Shape;1496;p134"/>
          <p:cNvSpPr txBox="1">
            <a:spLocks noGrp="1"/>
          </p:cNvSpPr>
          <p:nvPr>
            <p:ph type="title" idx="16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97" name="Google Shape;1497;p134"/>
          <p:cNvSpPr txBox="1">
            <a:spLocks noGrp="1"/>
          </p:cNvSpPr>
          <p:nvPr>
            <p:ph type="subTitle" idx="17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8" name="Google Shape;1498;p134"/>
          <p:cNvSpPr txBox="1">
            <a:spLocks noGrp="1"/>
          </p:cNvSpPr>
          <p:nvPr>
            <p:ph type="subTitle" idx="18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99" name="Google Shape;1499;p13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0" name="Google Shape;1500;p13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2" name="Google Shape;1502;p13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03" name="Google Shape;1503;p13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4" name="Google Shape;1504;p13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5" name="Google Shape;1505;p13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6" name="Google Shape;1506;p13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7" name="Google Shape;1507;p13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08" name="Google Shape;1508;p13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09" name="Google Shape;1509;p13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0" name="Google Shape;1510;p13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1" name="Google Shape;1511;p13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2" name="Google Shape;1512;p13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3" name="Google Shape;1513;p13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13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5" name="Google Shape;1515;p13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6" name="Google Shape;1516;p13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7" name="Google Shape;1517;p13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18" name="Google Shape;1518;p13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9" name="Google Shape;1519;p13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0" name="Google Shape;1520;p13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21" name="Google Shape;1521;p13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2" name="Google Shape;1522;p13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3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5" name="Google Shape;1525;p13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6" name="Google Shape;1526;p13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7" name="Google Shape;1527;p13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28" name="Google Shape;1528;p13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29" name="Google Shape;1529;p13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13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531" name="Google Shape;1531;p13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2" name="Google Shape;1532;p13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33" name="Google Shape;1533;p13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4" name="Google Shape;1534;p13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5" name="Google Shape;1535;p13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6" name="Google Shape;1536;p13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3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39" name="Google Shape;1539;p13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40" name="Google Shape;1540;p13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41" name="Google Shape;1541;p13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2" name="Google Shape;1542;p13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3" name="Google Shape;1543;p13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4" name="Google Shape;1544;p13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5" name="Google Shape;1545;p13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6" name="Google Shape;1546;p13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7" name="Google Shape;1547;p13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48" name="Google Shape;1548;p13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9" name="Google Shape;1549;p13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0" name="Google Shape;1550;p13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51" name="Google Shape;1551;p13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3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13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4" name="Google Shape;1554;p13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55" name="Google Shape;1555;p13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6" name="Google Shape;1556;p13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7" name="Google Shape;1557;p13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8" name="Google Shape;1558;p13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9" name="Google Shape;1559;p13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0" name="Google Shape;1560;p13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1" name="Google Shape;1561;p13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2" name="Google Shape;1562;p13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3" name="Google Shape;1563;p13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4" name="Google Shape;1564;p13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65" name="Google Shape;1565;p13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6" name="Google Shape;1566;p13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3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569" name="Google Shape;1569;p13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0" name="Google Shape;1570;p13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71" name="Google Shape;1571;p13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2" name="Google Shape;1572;p13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73" name="Google Shape;1573;p13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74" name="Google Shape;1574;p13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5" name="Google Shape;1575;p13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76" name="Google Shape;1576;p13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77" name="Google Shape;1577;p13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8" name="Google Shape;1578;p13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79" name="Google Shape;1579;p13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0" name="Google Shape;1580;p13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1" name="Google Shape;1581;p13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2" name="Google Shape;1582;p13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83" name="Google Shape;1583;p13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13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5" name="Google Shape;1585;p13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6" name="Google Shape;1586;p13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587" name="Google Shape;1587;p13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88" name="Google Shape;1588;p13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89" name="Google Shape;1589;p13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0" name="Google Shape;1590;p13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1" name="Google Shape;1591;p13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92" name="Google Shape;1592;p13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93" name="Google Shape;1593;p13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4" name="Google Shape;1594;p13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7" name="Google Shape;1597;p13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98" name="Google Shape;1598;p13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599" name="Google Shape;1599;p13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13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1" name="Google Shape;1601;p13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2" name="Google Shape;1602;p13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3" name="Google Shape;1603;p13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4" name="Google Shape;1604;p13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5" name="Google Shape;1605;p13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6" name="Google Shape;1606;p13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1607" name="Google Shape;1607;p13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1608" name="Google Shape;1608;p13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09" name="Google Shape;1609;p13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0" name="Google Shape;1610;p13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11" name="Google Shape;1611;p13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14" name="Google Shape;1614;p1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9" name="Google Shape;1619;p1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1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2" name="Google Shape;1622;p1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23" name="Google Shape;1623;p14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p1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4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28" name="Google Shape;1628;p14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4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4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33" name="Google Shape;1633;p14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34" name="Google Shape;1634;p14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14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4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9" name="Google Shape;1639;p14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5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43" name="Google Shape;1643;p15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4" name="Google Shape;1644;p15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5" name="Google Shape;1645;p15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6" name="Google Shape;1646;p15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7" name="Google Shape;1647;p15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8" name="Google Shape;1648;p15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1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1" name="Google Shape;1651;p1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2" name="Google Shape;1652;p15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5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15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6" name="Google Shape;1656;p15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57" name="Google Shape;1657;p15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8" name="Google Shape;1658;p15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1" name="Google Shape;1661;p15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2" name="Google Shape;1662;p15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3" name="Google Shape;1663;p15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4" name="Google Shape;1664;p15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5" name="Google Shape;1665;p15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6" name="Google Shape;1666;p15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69" name="Google Shape;1669;p15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0" name="Google Shape;1670;p15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1" name="Google Shape;1671;p15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72" name="Google Shape;1672;p15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3" name="Google Shape;1673;p15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4" name="Google Shape;1674;p15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5" name="Google Shape;1675;p15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76" name="Google Shape;1676;p15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9" name="Google Shape;1679;p15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5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2" name="Google Shape;1682;p15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3" name="Google Shape;1683;p15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684" name="Google Shape;1684;p15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85" name="Google Shape;1685;p1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15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7" name="Google Shape;1687;p15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5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0" name="Google Shape;1690;p15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1" name="Google Shape;1691;p15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2" name="Google Shape;1692;p15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3" name="Google Shape;1693;p15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4" name="Google Shape;1694;p15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695" name="Google Shape;1695;p1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6" name="Google Shape;1696;p15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7" name="Google Shape;1697;p15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8" name="Google Shape;1698;p15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5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6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3" name="Google Shape;1703;p16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4" name="Google Shape;1704;p16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5" name="Google Shape;1705;p16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6" name="Google Shape;1706;p16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7" name="Google Shape;1707;p16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8" name="Google Shape;1708;p16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09" name="Google Shape;1709;p16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0" name="Google Shape;1710;p16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1" name="Google Shape;1711;p16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slideLayout" Target="../slideLayouts/slideLayout65.xml"/><Relationship Id="rId39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73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64.xml"/><Relationship Id="rId33" Type="http://schemas.openxmlformats.org/officeDocument/2006/relationships/slideLayout" Target="../slideLayouts/slideLayout72.xml"/><Relationship Id="rId38" Type="http://schemas.openxmlformats.org/officeDocument/2006/relationships/slideLayout" Target="../slideLayouts/slideLayout77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29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63.xml"/><Relationship Id="rId32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6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7.xml"/><Relationship Id="rId36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31" Type="http://schemas.openxmlformats.org/officeDocument/2006/relationships/slideLayout" Target="../slideLayouts/slideLayout70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4.xml"/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theme" Target="../theme/theme3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0.xml"/><Relationship Id="rId18" Type="http://schemas.openxmlformats.org/officeDocument/2006/relationships/slideLayout" Target="../slideLayouts/slideLayout135.xml"/><Relationship Id="rId26" Type="http://schemas.openxmlformats.org/officeDocument/2006/relationships/slideLayout" Target="../slideLayouts/slideLayout143.xml"/><Relationship Id="rId39" Type="http://schemas.openxmlformats.org/officeDocument/2006/relationships/slideLayout" Target="../slideLayouts/slideLayout156.xml"/><Relationship Id="rId21" Type="http://schemas.openxmlformats.org/officeDocument/2006/relationships/slideLayout" Target="../slideLayouts/slideLayout138.xml"/><Relationship Id="rId34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17" Type="http://schemas.openxmlformats.org/officeDocument/2006/relationships/slideLayout" Target="../slideLayouts/slideLayout134.xml"/><Relationship Id="rId25" Type="http://schemas.openxmlformats.org/officeDocument/2006/relationships/slideLayout" Target="../slideLayouts/slideLayout142.xml"/><Relationship Id="rId33" Type="http://schemas.openxmlformats.org/officeDocument/2006/relationships/slideLayout" Target="../slideLayouts/slideLayout150.xml"/><Relationship Id="rId38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37.xml"/><Relationship Id="rId29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24" Type="http://schemas.openxmlformats.org/officeDocument/2006/relationships/slideLayout" Target="../slideLayouts/slideLayout141.xml"/><Relationship Id="rId32" Type="http://schemas.openxmlformats.org/officeDocument/2006/relationships/slideLayout" Target="../slideLayouts/slideLayout149.xml"/><Relationship Id="rId37" Type="http://schemas.openxmlformats.org/officeDocument/2006/relationships/slideLayout" Target="../slideLayouts/slideLayout154.xml"/><Relationship Id="rId40" Type="http://schemas.openxmlformats.org/officeDocument/2006/relationships/theme" Target="../theme/theme4.xml"/><Relationship Id="rId5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2.xml"/><Relationship Id="rId23" Type="http://schemas.openxmlformats.org/officeDocument/2006/relationships/slideLayout" Target="../slideLayouts/slideLayout140.xml"/><Relationship Id="rId28" Type="http://schemas.openxmlformats.org/officeDocument/2006/relationships/slideLayout" Target="../slideLayouts/slideLayout145.xml"/><Relationship Id="rId36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27.xml"/><Relationship Id="rId19" Type="http://schemas.openxmlformats.org/officeDocument/2006/relationships/slideLayout" Target="../slideLayouts/slideLayout136.xml"/><Relationship Id="rId31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slideLayout" Target="../slideLayouts/slideLayout131.xml"/><Relationship Id="rId22" Type="http://schemas.openxmlformats.org/officeDocument/2006/relationships/slideLayout" Target="../slideLayouts/slideLayout139.xml"/><Relationship Id="rId27" Type="http://schemas.openxmlformats.org/officeDocument/2006/relationships/slideLayout" Target="../slideLayouts/slideLayout144.xml"/><Relationship Id="rId30" Type="http://schemas.openxmlformats.org/officeDocument/2006/relationships/slideLayout" Target="../slideLayouts/slideLayout147.xml"/><Relationship Id="rId35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4" name="Google Shape;434;p4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5" name="Google Shape;435;p4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9" name="Google Shape;859;p8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0" name="Google Shape;860;p8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1" r:id="rId36"/>
    <p:sldLayoutId id="2147483762" r:id="rId37"/>
    <p:sldLayoutId id="2147483763" r:id="rId38"/>
    <p:sldLayoutId id="2147483764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6" name="Google Shape;1286;p12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287" name="Google Shape;1287;p12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16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7" name="Google Shape;1717;p16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8" name="Google Shape;1718;p161"/>
          <p:cNvSpPr txBox="1">
            <a:spLocks noGrp="1"/>
          </p:cNvSpPr>
          <p:nvPr>
            <p:ph type="title"/>
          </p:nvPr>
        </p:nvSpPr>
        <p:spPr>
          <a:xfrm>
            <a:off x="3061200" y="1932350"/>
            <a:ext cx="31155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b="1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IRON LENS</a:t>
            </a:r>
            <a:endParaRPr b="1" dirty="0">
              <a:solidFill>
                <a:schemeClr val="tx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9" name="Google Shape;1719;p16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CASPTONE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161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/>
              <a:t>V005</a:t>
            </a:r>
            <a:endParaRPr sz="1400" b="1" i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1" name="Google Shape;1721;p16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22" name="Google Shape;1722;p16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23" name="Google Shape;1723;p161"/>
          <p:cNvSpPr txBox="1">
            <a:spLocks noGrp="1"/>
          </p:cNvSpPr>
          <p:nvPr>
            <p:ph type="subTitle" idx="4"/>
          </p:nvPr>
        </p:nvSpPr>
        <p:spPr>
          <a:xfrm>
            <a:off x="6838260" y="468377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24" name="Google Shape;1724;p161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Daniel Aceituno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25" name="Google Shape;1725;p16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Fabian Alarcon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726" name="Google Shape;172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16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32" name="Google Shape;1732;p16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33" name="Google Shape;1733;p16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CAPSTONE	</a:t>
            </a:r>
            <a:endParaRPr/>
          </a:p>
        </p:txBody>
      </p:sp>
      <p:pic>
        <p:nvPicPr>
          <p:cNvPr id="1734" name="Google Shape;1734;p162"/>
          <p:cNvPicPr preferRelativeResize="0"/>
          <p:nvPr/>
        </p:nvPicPr>
        <p:blipFill rotWithShape="1">
          <a:blip r:embed="rId3">
            <a:alphaModFix/>
          </a:blip>
          <a:srcRect r="567"/>
          <a:stretch/>
        </p:blipFill>
        <p:spPr>
          <a:xfrm>
            <a:off x="920400" y="679975"/>
            <a:ext cx="7168525" cy="3637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21;p161">
            <a:extLst>
              <a:ext uri="{FF2B5EF4-FFF2-40B4-BE49-F238E27FC236}">
                <a16:creationId xmlns:a16="http://schemas.microsoft.com/office/drawing/2014/main" id="{AA0F9837-F01E-3C49-B821-3550AFDCE14D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3" name="Google Shape;1722;p161">
            <a:extLst>
              <a:ext uri="{FF2B5EF4-FFF2-40B4-BE49-F238E27FC236}">
                <a16:creationId xmlns:a16="http://schemas.microsoft.com/office/drawing/2014/main" id="{96FFA625-D213-68E2-929C-2AB6ECA2B5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4" name="Google Shape;1723;p161">
            <a:extLst>
              <a:ext uri="{FF2B5EF4-FFF2-40B4-BE49-F238E27FC236}">
                <a16:creationId xmlns:a16="http://schemas.microsoft.com/office/drawing/2014/main" id="{54F04D04-B5E4-827C-FBC2-69E9C6C23756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6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 Month</a:t>
            </a:r>
            <a:endParaRPr/>
          </a:p>
        </p:txBody>
      </p:sp>
      <p:sp>
        <p:nvSpPr>
          <p:cNvPr id="1740" name="Google Shape;1740;p16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1741" name="Google Shape;1741;p163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14406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Objetivo general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42" name="Google Shape;1742;p163"/>
          <p:cNvSpPr txBox="1">
            <a:spLocks noGrp="1"/>
          </p:cNvSpPr>
          <p:nvPr>
            <p:ph type="subTitle" idx="1"/>
          </p:nvPr>
        </p:nvSpPr>
        <p:spPr>
          <a:xfrm>
            <a:off x="4525088" y="3622825"/>
            <a:ext cx="3926400" cy="100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s-ES" sz="1400" dirty="0">
                <a:solidFill>
                  <a:schemeClr val="tx1"/>
                </a:solidFill>
              </a:rPr>
              <a:t>Ayudar a los usuarios a entrenar de forma más fácil, personalizada y ordenada, mediante una aplicación móvil que reconoce las máquinas del gimnasio, les entrega rutinas adaptadas a su perfil y les permite llevar un seguimiento de su progreso.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743" name="Google Shape;1743;p16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dirty="0"/>
              <a:t>CAPSTONE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</p:txBody>
      </p:sp>
      <p:pic>
        <p:nvPicPr>
          <p:cNvPr id="1744" name="Google Shape;1744;p163" title="Screenshot_20260619_14493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087" y="277824"/>
            <a:ext cx="1210425" cy="26232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45" name="Google Shape;1745;p163" title="Screenshot_20260619_144946.jpg"/>
          <p:cNvPicPr preferRelativeResize="0"/>
          <p:nvPr/>
        </p:nvPicPr>
        <p:blipFill rotWithShape="1">
          <a:blip r:embed="rId4">
            <a:alphaModFix/>
          </a:blip>
          <a:srcRect t="40" b="50"/>
          <a:stretch/>
        </p:blipFill>
        <p:spPr>
          <a:xfrm>
            <a:off x="5277863" y="290448"/>
            <a:ext cx="1210425" cy="262094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64"/>
          <p:cNvSpPr/>
          <p:nvPr/>
        </p:nvSpPr>
        <p:spPr>
          <a:xfrm>
            <a:off x="275250" y="1453250"/>
            <a:ext cx="4143000" cy="1554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1" name="Google Shape;1751;p164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752" name="Google Shape;1752;p164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753" name="Google Shape;1753;p164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754" name="Google Shape;1754;p164"/>
          <p:cNvSpPr txBox="1">
            <a:spLocks noGrp="1"/>
          </p:cNvSpPr>
          <p:nvPr>
            <p:ph type="title"/>
          </p:nvPr>
        </p:nvSpPr>
        <p:spPr>
          <a:xfrm>
            <a:off x="186300" y="200400"/>
            <a:ext cx="3904500" cy="98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1755" name="Google Shape;1755;p164"/>
          <p:cNvSpPr txBox="1">
            <a:spLocks noGrp="1"/>
          </p:cNvSpPr>
          <p:nvPr>
            <p:ph type="subTitle" idx="4"/>
          </p:nvPr>
        </p:nvSpPr>
        <p:spPr>
          <a:xfrm>
            <a:off x="2168550" y="14532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6" name="Google Shape;1756;p164"/>
          <p:cNvSpPr txBox="1">
            <a:spLocks noGrp="1"/>
          </p:cNvSpPr>
          <p:nvPr>
            <p:ph type="subTitle" idx="13"/>
          </p:nvPr>
        </p:nvSpPr>
        <p:spPr>
          <a:xfrm>
            <a:off x="383250" y="1544600"/>
            <a:ext cx="4080900" cy="146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Reducir la barrera de entrada para usuarios novatos mediante la identificación automática de maquinaria de gimnasio por visión computacional, eliminando la curva de aprendizaje al iniciar un entrenamiento.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7" name="Google Shape;1757;p164"/>
          <p:cNvSpPr/>
          <p:nvPr/>
        </p:nvSpPr>
        <p:spPr>
          <a:xfrm>
            <a:off x="4625650" y="46750"/>
            <a:ext cx="4143000" cy="14631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8" name="Google Shape;1758;p164"/>
          <p:cNvSpPr txBox="1">
            <a:spLocks noGrp="1"/>
          </p:cNvSpPr>
          <p:nvPr>
            <p:ph type="subTitle" idx="4"/>
          </p:nvPr>
        </p:nvSpPr>
        <p:spPr>
          <a:xfrm>
            <a:off x="6518950" y="467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9" name="Google Shape;1759;p164"/>
          <p:cNvSpPr txBox="1">
            <a:spLocks noGrp="1"/>
          </p:cNvSpPr>
          <p:nvPr>
            <p:ph type="subTitle" idx="13"/>
          </p:nvPr>
        </p:nvSpPr>
        <p:spPr>
          <a:xfrm>
            <a:off x="4733650" y="335350"/>
            <a:ext cx="4182000" cy="13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motor de generación de rutinas que adapte dinámicamente los ejercicios, volumen e intensidad según el equipamiento disponible y el perfil físico del usuario.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164"/>
          <p:cNvSpPr/>
          <p:nvPr/>
        </p:nvSpPr>
        <p:spPr>
          <a:xfrm>
            <a:off x="4625650" y="1544599"/>
            <a:ext cx="4143000" cy="14664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1" name="Google Shape;1761;p164"/>
          <p:cNvSpPr txBox="1">
            <a:spLocks noGrp="1"/>
          </p:cNvSpPr>
          <p:nvPr>
            <p:ph type="subTitle" idx="4"/>
          </p:nvPr>
        </p:nvSpPr>
        <p:spPr>
          <a:xfrm>
            <a:off x="6518950" y="1544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2" name="Google Shape;1762;p164"/>
          <p:cNvSpPr txBox="1">
            <a:spLocks noGrp="1"/>
          </p:cNvSpPr>
          <p:nvPr>
            <p:ph type="subTitle" idx="13"/>
          </p:nvPr>
        </p:nvSpPr>
        <p:spPr>
          <a:xfrm>
            <a:off x="4733650" y="1825449"/>
            <a:ext cx="4080900" cy="106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Asegurar el registro completo de cada sesión transformando los datos de series, repeticiones y peso en métricas de progreso visualizables por el usuario.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3" name="Google Shape;1763;p164"/>
          <p:cNvSpPr/>
          <p:nvPr/>
        </p:nvSpPr>
        <p:spPr>
          <a:xfrm>
            <a:off x="4679650" y="3038900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4" name="Google Shape;1764;p164"/>
          <p:cNvSpPr txBox="1">
            <a:spLocks noGrp="1"/>
          </p:cNvSpPr>
          <p:nvPr>
            <p:ph type="subTitle" idx="4"/>
          </p:nvPr>
        </p:nvSpPr>
        <p:spPr>
          <a:xfrm>
            <a:off x="6572950" y="3038900"/>
            <a:ext cx="322500" cy="27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5" name="Google Shape;1765;p164"/>
          <p:cNvSpPr txBox="1">
            <a:spLocks noGrp="1"/>
          </p:cNvSpPr>
          <p:nvPr>
            <p:ph type="subTitle" idx="13"/>
          </p:nvPr>
        </p:nvSpPr>
        <p:spPr>
          <a:xfrm>
            <a:off x="4787650" y="3326218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Diseñar una interfaz móvil intuitiva y fluida que permita al usuario registrar su entrenamiento, visualizar su progreso y acceder a sus rutinas en el menor número de pasos posible </a:t>
            </a:r>
            <a:endParaRPr/>
          </a:p>
        </p:txBody>
      </p:sp>
      <p:sp>
        <p:nvSpPr>
          <p:cNvPr id="1766" name="Google Shape;1766;p164"/>
          <p:cNvSpPr/>
          <p:nvPr/>
        </p:nvSpPr>
        <p:spPr>
          <a:xfrm>
            <a:off x="235350" y="3091612"/>
            <a:ext cx="4143000" cy="15003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7" name="Google Shape;1767;p164"/>
          <p:cNvSpPr txBox="1">
            <a:spLocks noGrp="1"/>
          </p:cNvSpPr>
          <p:nvPr>
            <p:ph type="subTitle" idx="4"/>
          </p:nvPr>
        </p:nvSpPr>
        <p:spPr>
          <a:xfrm>
            <a:off x="2121325" y="3081649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8" name="Google Shape;1768;p164"/>
          <p:cNvSpPr txBox="1">
            <a:spLocks noGrp="1"/>
          </p:cNvSpPr>
          <p:nvPr>
            <p:ph type="subTitle" idx="13"/>
          </p:nvPr>
        </p:nvSpPr>
        <p:spPr>
          <a:xfrm>
            <a:off x="289350" y="3450906"/>
            <a:ext cx="4080900" cy="109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Implementar un sistema de seguimiento que analice la tendencia de los últimos 7 días y sugiera ajustes de carga cuando el usuario supera umbrales de mejora.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7A8BCC-A3A1-F8A6-D44D-99C74A23B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6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4388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Alcance del proyecto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99" name="Google Shape;1799;p166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CAPSTONE</a:t>
            </a:r>
            <a:endParaRPr dirty="0"/>
          </a:p>
        </p:txBody>
      </p:sp>
      <p:sp>
        <p:nvSpPr>
          <p:cNvPr id="1800" name="Google Shape;1800;p166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01" name="Google Shape;1801;p166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03" name="Google Shape;1803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61" y="1158575"/>
            <a:ext cx="8319101" cy="30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DE9F7446-2A2C-AC1C-8BFB-720E1433EAD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DA4CFD8F-BA62-E58D-E425-69A7BA92DB7A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F4CA66E2-5394-7955-9C5C-E084815BC2D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7BEE829C-485E-61F1-AA12-C0B3C900978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1DF8A41A-703C-41CF-D661-649EB42142E5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F256A11E-CADC-D63B-9947-061142589DE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67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53691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Limitaciones del proyecto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09" name="Google Shape;1809;p167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0" name="Google Shape;1810;p167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11" name="Google Shape;1811;p167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13" name="Google Shape;1813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428" y="1209000"/>
            <a:ext cx="4702999" cy="32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31;p162">
            <a:extLst>
              <a:ext uri="{FF2B5EF4-FFF2-40B4-BE49-F238E27FC236}">
                <a16:creationId xmlns:a16="http://schemas.microsoft.com/office/drawing/2014/main" id="{545FA162-8B30-DDDC-224C-8B05DE01B91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3" name="Google Shape;1732;p162">
            <a:extLst>
              <a:ext uri="{FF2B5EF4-FFF2-40B4-BE49-F238E27FC236}">
                <a16:creationId xmlns:a16="http://schemas.microsoft.com/office/drawing/2014/main" id="{2B7FDC48-2FED-8004-7E91-02FDFC40A91E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4" name="Google Shape;1733;p162">
            <a:extLst>
              <a:ext uri="{FF2B5EF4-FFF2-40B4-BE49-F238E27FC236}">
                <a16:creationId xmlns:a16="http://schemas.microsoft.com/office/drawing/2014/main" id="{777DAD6C-D3AF-C42A-1EDB-C12B0617FADC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5" name="Google Shape;1721;p161">
            <a:extLst>
              <a:ext uri="{FF2B5EF4-FFF2-40B4-BE49-F238E27FC236}">
                <a16:creationId xmlns:a16="http://schemas.microsoft.com/office/drawing/2014/main" id="{6006EDEF-6E68-D00D-BF31-1F99A3B542A5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6" name="Google Shape;1722;p161">
            <a:extLst>
              <a:ext uri="{FF2B5EF4-FFF2-40B4-BE49-F238E27FC236}">
                <a16:creationId xmlns:a16="http://schemas.microsoft.com/office/drawing/2014/main" id="{B811B182-B37E-F918-25F0-B8DB339844C1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7" name="Google Shape;1723;p161">
            <a:extLst>
              <a:ext uri="{FF2B5EF4-FFF2-40B4-BE49-F238E27FC236}">
                <a16:creationId xmlns:a16="http://schemas.microsoft.com/office/drawing/2014/main" id="{E32AB5A0-5D58-B940-DD16-CBD98E3871CC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68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19" name="Google Shape;1819;p168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0" name="Google Shape;1820;p168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21" name="Google Shape;1821;p16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1824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Scrum </a:t>
            </a:r>
            <a:endParaRPr/>
          </a:p>
        </p:txBody>
      </p:sp>
      <p:sp>
        <p:nvSpPr>
          <p:cNvPr id="1822" name="Google Shape;1822;p168"/>
          <p:cNvSpPr txBox="1"/>
          <p:nvPr/>
        </p:nvSpPr>
        <p:spPr>
          <a:xfrm>
            <a:off x="381000" y="1349375"/>
            <a:ext cx="6556200" cy="3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El desarrollo de IronLens se organizó bajo el marco Scrum, dividiendo el trabajo en sprints incrementales de 1 a 3 semanas, cada uno asociado a un Epic funcional del producto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 sprints de desarrollo + 1 sprint de cierre, distribuidos en 10 semanas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Cada sprint entrega un módulo funcional completo y demostrable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Backlog organizado por Epics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Duración de sprint ajustada según complejidad técnica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Validación incremental cada sprint cierra con una entrega revisable antes de avanzar al siguiente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188895-B1EC-51BB-5965-991491F2D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69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28" name="Google Shape;1828;p169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29" name="Google Shape;1829;p169"/>
          <p:cNvSpPr txBox="1">
            <a:spLocks noGrp="1"/>
          </p:cNvSpPr>
          <p:nvPr>
            <p:ph type="subTitle" idx="4"/>
          </p:nvPr>
        </p:nvSpPr>
        <p:spPr>
          <a:xfrm>
            <a:off x="6973054" y="4763132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30" name="Google Shape;1830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291277" cy="467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70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Arquitectura</a:t>
            </a:r>
            <a:r>
              <a:rPr lang="en" dirty="0"/>
              <a:t> </a:t>
            </a:r>
            <a:endParaRPr dirty="0"/>
          </a:p>
        </p:txBody>
      </p:sp>
      <p:sp>
        <p:nvSpPr>
          <p:cNvPr id="1836" name="Google Shape;1836;p170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37" name="Google Shape;1837;p170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38" name="Google Shape;1838;p170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2" name="Google Shape;1809;p167">
            <a:extLst>
              <a:ext uri="{FF2B5EF4-FFF2-40B4-BE49-F238E27FC236}">
                <a16:creationId xmlns:a16="http://schemas.microsoft.com/office/drawing/2014/main" id="{2B91CA29-BB5F-519E-E570-560A366A4862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CAPSTONE</a:t>
            </a:r>
          </a:p>
        </p:txBody>
      </p:sp>
      <p:sp>
        <p:nvSpPr>
          <p:cNvPr id="3" name="Google Shape;1810;p167">
            <a:extLst>
              <a:ext uri="{FF2B5EF4-FFF2-40B4-BE49-F238E27FC236}">
                <a16:creationId xmlns:a16="http://schemas.microsoft.com/office/drawing/2014/main" id="{04F5DF6C-2A4C-282E-4D7C-AC2CBA8C7B92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/>
              <a:t>Duoc UC</a:t>
            </a:r>
          </a:p>
        </p:txBody>
      </p:sp>
      <p:sp>
        <p:nvSpPr>
          <p:cNvPr id="4" name="Google Shape;1811;p167">
            <a:extLst>
              <a:ext uri="{FF2B5EF4-FFF2-40B4-BE49-F238E27FC236}">
                <a16:creationId xmlns:a16="http://schemas.microsoft.com/office/drawing/2014/main" id="{38347402-9994-5CB7-0B06-F014B2632358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/>
              <a:t>2026</a:t>
            </a:r>
          </a:p>
        </p:txBody>
      </p:sp>
      <p:sp>
        <p:nvSpPr>
          <p:cNvPr id="5" name="Google Shape;1731;p162">
            <a:extLst>
              <a:ext uri="{FF2B5EF4-FFF2-40B4-BE49-F238E27FC236}">
                <a16:creationId xmlns:a16="http://schemas.microsoft.com/office/drawing/2014/main" id="{E2EBA983-23A7-A480-487B-1A92E14F84B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6" name="Google Shape;1732;p162">
            <a:extLst>
              <a:ext uri="{FF2B5EF4-FFF2-40B4-BE49-F238E27FC236}">
                <a16:creationId xmlns:a16="http://schemas.microsoft.com/office/drawing/2014/main" id="{B255A54A-76CC-8258-72E8-99BD18614D4B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7" name="Google Shape;1733;p162">
            <a:extLst>
              <a:ext uri="{FF2B5EF4-FFF2-40B4-BE49-F238E27FC236}">
                <a16:creationId xmlns:a16="http://schemas.microsoft.com/office/drawing/2014/main" id="{98E35ACD-C00D-65F4-1860-8CC46112F544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8" name="Google Shape;1721;p161">
            <a:extLst>
              <a:ext uri="{FF2B5EF4-FFF2-40B4-BE49-F238E27FC236}">
                <a16:creationId xmlns:a16="http://schemas.microsoft.com/office/drawing/2014/main" id="{A4A5A6F1-2AB9-5037-8FC6-9FE1DFE06BE8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9" name="Google Shape;1722;p161">
            <a:extLst>
              <a:ext uri="{FF2B5EF4-FFF2-40B4-BE49-F238E27FC236}">
                <a16:creationId xmlns:a16="http://schemas.microsoft.com/office/drawing/2014/main" id="{CEA45C7B-53C4-C438-E0DA-2BBA2B0FC259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0" name="Google Shape;1723;p161">
            <a:extLst>
              <a:ext uri="{FF2B5EF4-FFF2-40B4-BE49-F238E27FC236}">
                <a16:creationId xmlns:a16="http://schemas.microsoft.com/office/drawing/2014/main" id="{2ED3B69B-43F9-F958-0DF1-DFEA0C84C5D5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80B0D65-2302-61C7-1412-05FC7A31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23" y="774797"/>
            <a:ext cx="6376285" cy="35939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71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45" name="Google Shape;1845;p171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46" name="Google Shape;1846;p171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561BAD-A8F5-5681-3739-FA86D298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207"/>
            <a:ext cx="9144000" cy="4568718"/>
          </a:xfrm>
          <a:prstGeom prst="rect">
            <a:avLst/>
          </a:prstGeom>
        </p:spPr>
      </p:pic>
      <p:sp>
        <p:nvSpPr>
          <p:cNvPr id="10" name="Google Shape;1731;p162">
            <a:extLst>
              <a:ext uri="{FF2B5EF4-FFF2-40B4-BE49-F238E27FC236}">
                <a16:creationId xmlns:a16="http://schemas.microsoft.com/office/drawing/2014/main" id="{5520855B-6B17-7959-8672-98E496ABD88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1" name="Google Shape;1732;p162">
            <a:extLst>
              <a:ext uri="{FF2B5EF4-FFF2-40B4-BE49-F238E27FC236}">
                <a16:creationId xmlns:a16="http://schemas.microsoft.com/office/drawing/2014/main" id="{7E5D17AF-816B-6DE7-8B78-CD0D0D8CEF2F}"/>
              </a:ext>
            </a:extLst>
          </p:cNvPr>
          <p:cNvSpPr txBox="1">
            <a:spLocks/>
          </p:cNvSpPr>
          <p:nvPr/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 algn="r">
              <a:buFont typeface="Urbanist"/>
              <a:buNone/>
            </a:pPr>
            <a:r>
              <a:rPr lang="en"/>
              <a:t>2026</a:t>
            </a:r>
          </a:p>
        </p:txBody>
      </p:sp>
      <p:sp>
        <p:nvSpPr>
          <p:cNvPr id="12" name="Google Shape;1733;p162">
            <a:extLst>
              <a:ext uri="{FF2B5EF4-FFF2-40B4-BE49-F238E27FC236}">
                <a16:creationId xmlns:a16="http://schemas.microsoft.com/office/drawing/2014/main" id="{9A94B25C-E483-AA67-32CF-F8D1E3B1776F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Urbanist"/>
              <a:buNone/>
            </a:pPr>
            <a:r>
              <a:rPr lang="es-CL"/>
              <a:t>CAPSTONE	</a:t>
            </a:r>
          </a:p>
        </p:txBody>
      </p:sp>
      <p:sp>
        <p:nvSpPr>
          <p:cNvPr id="13" name="Google Shape;1721;p161">
            <a:extLst>
              <a:ext uri="{FF2B5EF4-FFF2-40B4-BE49-F238E27FC236}">
                <a16:creationId xmlns:a16="http://schemas.microsoft.com/office/drawing/2014/main" id="{6DE0E96A-9BFE-51A4-6FC7-1A8D008CABC6}"/>
              </a:ext>
            </a:extLst>
          </p:cNvPr>
          <p:cNvSpPr txBox="1">
            <a:spLocks/>
          </p:cNvSpPr>
          <p:nvPr/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CAPSTONE</a:t>
            </a:r>
          </a:p>
        </p:txBody>
      </p:sp>
      <p:sp>
        <p:nvSpPr>
          <p:cNvPr id="14" name="Google Shape;1722;p161">
            <a:extLst>
              <a:ext uri="{FF2B5EF4-FFF2-40B4-BE49-F238E27FC236}">
                <a16:creationId xmlns:a16="http://schemas.microsoft.com/office/drawing/2014/main" id="{A15FF4F9-FAD2-17A7-5AB4-55678DC2566A}"/>
              </a:ext>
            </a:extLst>
          </p:cNvPr>
          <p:cNvSpPr txBox="1">
            <a:spLocks/>
          </p:cNvSpPr>
          <p:nvPr/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s-CL" sz="900">
                <a:solidFill>
                  <a:schemeClr val="tx1"/>
                </a:solidFill>
              </a:rPr>
              <a:t>Duoc UC</a:t>
            </a:r>
          </a:p>
        </p:txBody>
      </p:sp>
      <p:sp>
        <p:nvSpPr>
          <p:cNvPr id="15" name="Google Shape;1723;p161">
            <a:extLst>
              <a:ext uri="{FF2B5EF4-FFF2-40B4-BE49-F238E27FC236}">
                <a16:creationId xmlns:a16="http://schemas.microsoft.com/office/drawing/2014/main" id="{0284D6CD-BA8F-DCDE-D20F-125E75C7E762}"/>
              </a:ext>
            </a:extLst>
          </p:cNvPr>
          <p:cNvSpPr txBox="1">
            <a:spLocks/>
          </p:cNvSpPr>
          <p:nvPr/>
        </p:nvSpPr>
        <p:spPr>
          <a:xfrm>
            <a:off x="6838260" y="468377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marR="0" lvl="1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marR="0" lvl="2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marR="0" lvl="3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marR="0" lvl="4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marR="0" lvl="5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marR="0" lvl="6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marR="0" lvl="7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marR="0" lvl="8" indent="-3048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 b="0" i="0" u="none" strike="noStrike" cap="none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pPr marL="0" indent="0"/>
            <a:r>
              <a:rPr lang="en" sz="900">
                <a:solidFill>
                  <a:schemeClr val="tx1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7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Tecnologico</a:t>
            </a:r>
            <a:endParaRPr/>
          </a:p>
        </p:txBody>
      </p:sp>
      <p:sp>
        <p:nvSpPr>
          <p:cNvPr id="1853" name="Google Shape;1853;p172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54" name="Google Shape;1854;p172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55" name="Google Shape;1855;p172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56" name="Google Shape;1856;p172"/>
          <p:cNvSpPr/>
          <p:nvPr/>
        </p:nvSpPr>
        <p:spPr>
          <a:xfrm>
            <a:off x="381000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7" name="Google Shape;1857;p172"/>
          <p:cNvSpPr/>
          <p:nvPr/>
        </p:nvSpPr>
        <p:spPr>
          <a:xfrm>
            <a:off x="2574427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8" name="Google Shape;1858;p172"/>
          <p:cNvSpPr/>
          <p:nvPr/>
        </p:nvSpPr>
        <p:spPr>
          <a:xfrm>
            <a:off x="6966025" y="1735800"/>
            <a:ext cx="20931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9" name="Google Shape;1859;p172"/>
          <p:cNvSpPr/>
          <p:nvPr/>
        </p:nvSpPr>
        <p:spPr>
          <a:xfrm>
            <a:off x="4767814" y="1735800"/>
            <a:ext cx="2101200" cy="19497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0" name="Google Shape;1860;p172"/>
          <p:cNvSpPr txBox="1">
            <a:spLocks noGrp="1"/>
          </p:cNvSpPr>
          <p:nvPr>
            <p:ph type="subTitle" idx="16"/>
          </p:nvPr>
        </p:nvSpPr>
        <p:spPr>
          <a:xfrm>
            <a:off x="813025" y="2076825"/>
            <a:ext cx="847500" cy="2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EFEFEF"/>
                </a:solidFill>
              </a:rPr>
              <a:t>Flutter</a:t>
            </a:r>
            <a:endParaRPr sz="1200" b="1">
              <a:solidFill>
                <a:srgbClr val="EFEFEF"/>
              </a:solidFill>
            </a:endParaRPr>
          </a:p>
        </p:txBody>
      </p:sp>
      <p:sp>
        <p:nvSpPr>
          <p:cNvPr id="1861" name="Google Shape;1861;p172"/>
          <p:cNvSpPr txBox="1">
            <a:spLocks noGrp="1"/>
          </p:cNvSpPr>
          <p:nvPr>
            <p:ph type="body" idx="2"/>
          </p:nvPr>
        </p:nvSpPr>
        <p:spPr>
          <a:xfrm>
            <a:off x="515875" y="3004950"/>
            <a:ext cx="1826700" cy="47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 móvil ·  Android 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Dart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2" name="Google Shape;1862;p172"/>
          <p:cNvSpPr txBox="1">
            <a:spLocks noGrp="1"/>
          </p:cNvSpPr>
          <p:nvPr>
            <p:ph type="body" idx="4294967295"/>
          </p:nvPr>
        </p:nvSpPr>
        <p:spPr>
          <a:xfrm>
            <a:off x="2727563" y="2876625"/>
            <a:ext cx="1794900" cy="8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Base de datos y autenticación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RLS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Auth · Storage </a:t>
            </a:r>
            <a:endParaRPr sz="9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/>
              <a:t>Realtime · SDK Flutter </a:t>
            </a:r>
            <a:endParaRPr sz="900"/>
          </a:p>
        </p:txBody>
      </p:sp>
      <p:sp>
        <p:nvSpPr>
          <p:cNvPr id="1863" name="Google Shape;1863;p172"/>
          <p:cNvSpPr txBox="1">
            <a:spLocks noGrp="1"/>
          </p:cNvSpPr>
          <p:nvPr>
            <p:ph type="subTitle" idx="7"/>
          </p:nvPr>
        </p:nvSpPr>
        <p:spPr>
          <a:xfrm>
            <a:off x="5260898" y="2165325"/>
            <a:ext cx="1002600" cy="20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latin typeface="Urbanist"/>
                <a:ea typeface="Urbanist"/>
                <a:cs typeface="Urbanist"/>
                <a:sym typeface="Urbanist"/>
              </a:rPr>
              <a:t>Fast API</a:t>
            </a:r>
            <a:endParaRPr sz="12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4" name="Google Shape;1864;p172"/>
          <p:cNvSpPr txBox="1">
            <a:spLocks noGrp="1"/>
          </p:cNvSpPr>
          <p:nvPr>
            <p:ph type="body" idx="4294967295"/>
          </p:nvPr>
        </p:nvSpPr>
        <p:spPr>
          <a:xfrm>
            <a:off x="4907475" y="3065775"/>
            <a:ext cx="18267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Backend · Render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Python · REST API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/>
          </a:p>
        </p:txBody>
      </p:sp>
      <p:sp>
        <p:nvSpPr>
          <p:cNvPr id="1865" name="Google Shape;1865;p172"/>
          <p:cNvSpPr txBox="1">
            <a:spLocks noGrp="1"/>
          </p:cNvSpPr>
          <p:nvPr>
            <p:ph type="body" idx="4294967295"/>
          </p:nvPr>
        </p:nvSpPr>
        <p:spPr>
          <a:xfrm>
            <a:off x="7114375" y="2964300"/>
            <a:ext cx="1791600" cy="47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IA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Visión computacional </a:t>
            </a:r>
            <a:endParaRPr sz="10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Generación de rutinas LLM </a:t>
            </a:r>
            <a:endParaRPr sz="1000"/>
          </a:p>
        </p:txBody>
      </p:sp>
      <p:pic>
        <p:nvPicPr>
          <p:cNvPr id="1866" name="Google Shape;1866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25" y="2179187"/>
            <a:ext cx="1402000" cy="78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7" name="Google Shape;1867;p1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8700" y="2230114"/>
            <a:ext cx="1432625" cy="68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8" name="Google Shape;1868;p1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6225" y="2143575"/>
            <a:ext cx="1529200" cy="85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9" name="Google Shape;1869;p1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1138" y="2274751"/>
            <a:ext cx="1978076" cy="59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7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75" name="Google Shape;1875;p17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76" name="Google Shape;1876;p17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877" name="Google Shape;1877;p173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53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Exposición del sistema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74"/>
          <p:cNvSpPr txBox="1">
            <a:spLocks noGrp="1"/>
          </p:cNvSpPr>
          <p:nvPr>
            <p:ph type="title"/>
          </p:nvPr>
        </p:nvSpPr>
        <p:spPr>
          <a:xfrm>
            <a:off x="2839950" y="1895400"/>
            <a:ext cx="3464100" cy="74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cierre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83" name="Google Shape;1883;p17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</a:t>
            </a:r>
            <a:endParaRPr/>
          </a:p>
        </p:txBody>
      </p:sp>
      <p:sp>
        <p:nvSpPr>
          <p:cNvPr id="1884" name="Google Shape;1884;p17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Duoc UC</a:t>
            </a:r>
            <a:endParaRPr/>
          </a:p>
        </p:txBody>
      </p:sp>
      <p:sp>
        <p:nvSpPr>
          <p:cNvPr id="1885" name="Google Shape;1885;p17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pic>
        <p:nvPicPr>
          <p:cNvPr id="1886" name="Google Shape;1886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513" y="228600"/>
            <a:ext cx="2780225" cy="6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426</Words>
  <Application>Microsoft Office PowerPoint</Application>
  <PresentationFormat>Presentación en pantalla (16:9)</PresentationFormat>
  <Paragraphs>117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Arial</vt:lpstr>
      <vt:lpstr>Urbanist SemiBold</vt:lpstr>
      <vt:lpstr>Urbanist</vt:lpstr>
      <vt:lpstr>Urbanist Medium</vt:lpstr>
      <vt:lpstr>Dark Particles</vt:lpstr>
      <vt:lpstr>Dark Particles</vt:lpstr>
      <vt:lpstr>Dark Particles</vt:lpstr>
      <vt:lpstr>Dark Particles</vt:lpstr>
      <vt:lpstr>IRON LENS</vt:lpstr>
      <vt:lpstr>Presentación de PowerPoint</vt:lpstr>
      <vt:lpstr>Objetivo general</vt:lpstr>
      <vt:lpstr>Objetivos especificos</vt:lpstr>
      <vt:lpstr>Alcance del proyecto</vt:lpstr>
      <vt:lpstr>Limitaciones del proyecto</vt:lpstr>
      <vt:lpstr>Metodología Scrum </vt:lpstr>
      <vt:lpstr>Presentación de PowerPoint</vt:lpstr>
      <vt:lpstr>Arquitectura </vt:lpstr>
      <vt:lpstr>Presentación de PowerPoint</vt:lpstr>
      <vt:lpstr>Stack Tecnologico</vt:lpstr>
      <vt:lpstr>Exposición del sistema</vt:lpstr>
      <vt:lpstr>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fabian alarcon carrasco</cp:lastModifiedBy>
  <cp:revision>1</cp:revision>
  <dcterms:modified xsi:type="dcterms:W3CDTF">2026-07-01T19:16:55Z</dcterms:modified>
</cp:coreProperties>
</file>