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29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137.xml"/>
  <Override ContentType="application/vnd.openxmlformats-officedocument.presentationml.slideLayout+xml" PartName="/ppt/slideLayouts/slideLayout120.xml"/>
  <Override ContentType="application/vnd.openxmlformats-officedocument.presentationml.slideLayout+xml" PartName="/ppt/slideLayouts/slideLayout9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98.xml"/>
  <Override ContentType="application/vnd.openxmlformats-officedocument.presentationml.slideLayout+xml" PartName="/ppt/slideLayouts/slideLayout110.xml"/>
  <Override ContentType="application/vnd.openxmlformats-officedocument.presentationml.slideLayout+xml" PartName="/ppt/slideLayouts/slideLayout153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145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2.xml"/>
  <Override ContentType="application/vnd.openxmlformats-officedocument.presentationml.slideLayout+xml" PartName="/ppt/slideLayouts/slideLayout119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135.xml"/>
  <Override ContentType="application/vnd.openxmlformats-officedocument.presentationml.slideLayout+xml" PartName="/ppt/slideLayouts/slideLayout12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04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147.xml"/>
  <Override ContentType="application/vnd.openxmlformats-officedocument.presentationml.slideLayout+xml" PartName="/ppt/slideLayouts/slideLayout117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151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116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150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33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0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149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10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12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127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1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144.xml"/>
  <Override ContentType="application/vnd.openxmlformats-officedocument.presentationml.slideLayout+xml" PartName="/ppt/slideLayouts/slideLayout131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155.xml"/>
  <Override ContentType="application/vnd.openxmlformats-officedocument.presentationml.slideLayout+xml" PartName="/ppt/slideLayouts/slideLayout142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25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112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10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138.xml"/>
  <Override ContentType="application/vnd.openxmlformats-officedocument.presentationml.slideLayout+xml" PartName="/ppt/slideLayouts/slideLayout32.xml"/>
  <Override ContentType="application/vnd.openxmlformats-officedocument.presentationml.slideLayout+xml" PartName="/ppt/slideLayouts/slideLayout97.xml"/>
  <Override ContentType="application/vnd.openxmlformats-officedocument.presentationml.slideLayout+xml" PartName="/ppt/slideLayouts/slideLayout111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146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54.xml"/>
  <Override ContentType="application/vnd.openxmlformats-officedocument.presentationml.slideLayout+xml" PartName="/ppt/slideLayouts/slideLayout103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128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101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99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136.xml"/>
  <Override ContentType="application/vnd.openxmlformats-officedocument.presentationml.slideLayout+xml" PartName="/ppt/slideLayouts/slideLayout152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05.xml"/>
  <Override ContentType="application/vnd.openxmlformats-officedocument.presentationml.slideLayout+xml" PartName="/ppt/slideLayouts/slideLayout118.xml"/>
  <Override ContentType="application/vnd.openxmlformats-officedocument.presentationml.slideLayout+xml" PartName="/ppt/slideLayouts/slideLayout148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34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121.xml"/>
  <Override ContentType="application/vnd.openxmlformats-officedocument.presentationml.slideLayout+xml" PartName="/ppt/slideLayouts/slideLayout14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107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124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09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115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132.xml"/>
  <Override ContentType="application/vnd.openxmlformats-officedocument.presentationml.slideLayout+xml" PartName="/ppt/slideLayouts/slideLayout100.xml"/>
  <Override ContentType="application/vnd.openxmlformats-officedocument.presentationml.slideLayout+xml" PartName="/ppt/slideLayouts/slideLayout130.xml"/>
  <Override ContentType="application/vnd.openxmlformats-officedocument.presentationml.slideLayout+xml" PartName="/ppt/slideLayouts/slideLayout143.xml"/>
  <Override ContentType="application/vnd.openxmlformats-officedocument.presentationml.slideLayout+xml" PartName="/ppt/slideLayouts/slideLayout113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126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39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6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804" r:id="rId4"/>
    <p:sldMasterId id="2147483805" r:id="rId5"/>
    <p:sldMasterId id="2147483806" r:id="rId6"/>
    <p:sldMasterId id="2147483807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</p:sldIdLst>
  <p:sldSz cy="5143500" cx="9144000"/>
  <p:notesSz cx="6858000" cy="9144000"/>
  <p:embeddedFontLst>
    <p:embeddedFont>
      <p:font typeface="Urbanist Medium"/>
      <p:regular r:id="rId23"/>
      <p:bold r:id="rId24"/>
      <p:italic r:id="rId25"/>
      <p:boldItalic r:id="rId26"/>
    </p:embeddedFont>
    <p:embeddedFont>
      <p:font typeface="Urbanist SemiBold"/>
      <p:regular r:id="rId27"/>
      <p:bold r:id="rId28"/>
      <p:italic r:id="rId29"/>
      <p:boldItalic r:id="rId30"/>
    </p:embeddedFont>
    <p:embeddedFont>
      <p:font typeface="Urbanist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2.xml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font" Target="fonts/UrbanistMedium-bold.fntdata"/><Relationship Id="rId23" Type="http://schemas.openxmlformats.org/officeDocument/2006/relationships/font" Target="fonts/UrbanistMedium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font" Target="fonts/UrbanistMedium-boldItalic.fntdata"/><Relationship Id="rId25" Type="http://schemas.openxmlformats.org/officeDocument/2006/relationships/font" Target="fonts/UrbanistMedium-italic.fntdata"/><Relationship Id="rId28" Type="http://schemas.openxmlformats.org/officeDocument/2006/relationships/font" Target="fonts/UrbanistSemiBold-bold.fntdata"/><Relationship Id="rId27" Type="http://schemas.openxmlformats.org/officeDocument/2006/relationships/font" Target="fonts/UrbanistSemiBold-regular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font" Target="fonts/UrbanistSemiBold-italic.fntdata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font" Target="fonts/Urbanist-regular.fntdata"/><Relationship Id="rId30" Type="http://schemas.openxmlformats.org/officeDocument/2006/relationships/font" Target="fonts/UrbanistSemiBold-boldItalic.fntdata"/><Relationship Id="rId11" Type="http://schemas.openxmlformats.org/officeDocument/2006/relationships/slide" Target="slides/slide3.xml"/><Relationship Id="rId33" Type="http://schemas.openxmlformats.org/officeDocument/2006/relationships/font" Target="fonts/Urbanist-italic.fntdata"/><Relationship Id="rId10" Type="http://schemas.openxmlformats.org/officeDocument/2006/relationships/slide" Target="slides/slide2.xml"/><Relationship Id="rId32" Type="http://schemas.openxmlformats.org/officeDocument/2006/relationships/font" Target="fonts/Urbanist-bold.fntdata"/><Relationship Id="rId13" Type="http://schemas.openxmlformats.org/officeDocument/2006/relationships/slide" Target="slides/slide5.xml"/><Relationship Id="rId12" Type="http://schemas.openxmlformats.org/officeDocument/2006/relationships/slide" Target="slides/slide4.xml"/><Relationship Id="rId34" Type="http://schemas.openxmlformats.org/officeDocument/2006/relationships/font" Target="fonts/Urbanist-boldItalic.fntdata"/><Relationship Id="rId15" Type="http://schemas.openxmlformats.org/officeDocument/2006/relationships/slide" Target="slides/slide7.xml"/><Relationship Id="rId14" Type="http://schemas.openxmlformats.org/officeDocument/2006/relationships/slide" Target="slides/slide6.xml"/><Relationship Id="rId17" Type="http://schemas.openxmlformats.org/officeDocument/2006/relationships/slide" Target="slides/slide9.xml"/><Relationship Id="rId16" Type="http://schemas.openxmlformats.org/officeDocument/2006/relationships/slide" Target="slides/slide8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2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Google Shape;1713;g396dfdc11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4" name="Google Shape;1714;g396dfdc11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7" name="Shape 1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8" name="Google Shape;1728;g396dfdc1131_0_9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9" name="Google Shape;1729;g396dfdc1131_0_9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5" name="Shape 1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Google Shape;1736;g396dfdc1131_0_9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7" name="Google Shape;1737;g396dfdc1131_0_9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6" name="Shape 1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747;g396dfdc1131_0_9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8" name="Google Shape;1748;g396dfdc1131_0_9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0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g3ef65835129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2" name="Google Shape;1772;g3ef65835129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4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5" name="Google Shape;1795;g3ed918eee5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6" name="Google Shape;1796;g3ed918eee5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4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396dfdc1131_0_15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396dfdc1131_0_15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4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g396dfdc1131_0_20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6" name="Google Shape;1816;g396dfdc1131_0_20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3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g3ebbc2c3d7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5" name="Google Shape;1825;g3ebbc2c3d7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1" name="Shape 1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" name="Google Shape;1832;g3e26d3e9366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3" name="Google Shape;1833;g3e26d3e936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0" name="Shape 1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Google Shape;1841;g3e26d3e9366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2" name="Google Shape;1842;g3e26d3e9366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8" name="Shape 1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" name="Google Shape;1849;g396dfdc1131_0_20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0" name="Google Shape;1850;g396dfdc1131_0_20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0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g3ebbc2c3d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2" name="Google Shape;1872;g3ebbc2c3d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8" name="Shape 1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Google Shape;1879;g396dfdc1131_0_22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0" name="Google Shape;1880;g396dfdc1131_0_2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/Relationships>
</file>

<file path=ppt/slideLayouts/_rels/slideLayout1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1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jpg"/></Relationships>
</file>

<file path=ppt/slideLayouts/_rels/slideLayout1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1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" name="Google Shape;16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" name="Google Shape;17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8" name="Google Shape;18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" name="Google Shape;19;p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" name="Google Shape;20;p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" name="Google Shape;21;p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" name="Google Shape;22;p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5" name="Google Shape;25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" name="Google Shape;29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1" name="Google Shape;31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4" name="Google Shape;34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5" name="Google Shape;35;p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6" name="Google Shape;36;p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7" name="Google Shape;37;p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" name="Google Shape;38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0" name="Google Shape;40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1" name="Google Shape;41;p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2" name="Google Shape;42;p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" name="Google Shape;43;p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" name="Google Shape;44;p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5" name="Google Shape;45;p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6" name="Google Shape;46;p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0" name="Google Shape;50;p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2" name="Google Shape;52;p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3" name="Google Shape;53;p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4" name="Google Shape;54;p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" name="Google Shape;55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7" name="Google Shape;57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8" name="Google Shape;58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" name="Google Shape;59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" name="Google Shape;60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3" name="Google Shape;63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67" name="Google Shape;67;p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8" name="Google Shape;68;p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9" name="Google Shape;69;p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0" name="Google Shape;70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" name="Google Shape;72;p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3" name="Google Shape;73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7" name="Google Shape;77;p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8" name="Google Shape;78;p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9" name="Google Shape;79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0" name="Google Shape;80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1" name="Google Shape;81;p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2" name="Google Shape;82;p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3" name="Google Shape;83;p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4" name="Google Shape;84;p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5" name="Google Shape;85;p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" name="Google Shape;86;p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" name="Google Shape;87;p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" name="Google Shape;91;p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7" name="Google Shape;97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8" name="Google Shape;98;p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9" name="Google Shape;99;p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0" name="Google Shape;100;p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" name="Google Shape;101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2" name="Google Shape;102;p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3" name="Google Shape;103;p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4" name="Google Shape;104;p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5" name="Google Shape;105;p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6" name="Google Shape;106;p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7" name="Google Shape;107;p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8" name="Google Shape;108;p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9" name="Google Shape;109;p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0" name="Google Shape;110;p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1" name="Google Shape;111;p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2" name="Google Shape;112;p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3" name="Google Shape;113;p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4" name="Google Shape;114;p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" name="Google Shape;115;p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6" name="Google Shape;116;p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7" name="Google Shape;117;p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18" name="Google Shape;118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" name="Google Shape;119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0" name="Google Shape;120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24" name="Google Shape;124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5" name="Google Shape;125;p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6" name="Google Shape;126;p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7" name="Google Shape;127;p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28" name="Google Shape;128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9" name="Google Shape;129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3" name="Google Shape;133;p1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" name="Google Shape;134;p1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35" name="Google Shape;135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36" name="Google Shape;136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37" name="Google Shape;137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38" name="Google Shape;138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39" name="Google Shape;139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40" name="Google Shape;140;p1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1" name="Google Shape;141;p1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2" name="Google Shape;142;p1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" name="Google Shape;143;p1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4" name="Google Shape;144;p1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5" name="Google Shape;145;p1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6" name="Google Shape;146;p1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7" name="Google Shape;147;p1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8" name="Google Shape;148;p1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9" name="Google Shape;149;p1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0" name="Google Shape;150;p1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" name="Google Shape;151;p1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2" name="Google Shape;152;p1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3" name="Google Shape;153;p1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4" name="Google Shape;154;p1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" name="Google Shape;155;p1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56" name="Google Shape;156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7" name="Google Shape;157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8" name="Google Shape;158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60" name="Google Shape;160;p1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1" name="Google Shape;161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2" name="Google Shape;162;p1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3" name="Google Shape;163;p1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4" name="Google Shape;164;p1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5" name="Google Shape;165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66" name="Google Shape;166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7" name="Google Shape;167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8" name="Google Shape;168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9" name="Google Shape;169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73" name="Google Shape;173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74" name="Google Shape;174;p1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5" name="Google Shape;175;p1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6" name="Google Shape;176;p1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7" name="Google Shape;177;p1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8" name="Google Shape;178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79" name="Google Shape;179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0" name="Google Shape;180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1" name="Google Shape;181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4" name="Google Shape;184;p1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5" name="Google Shape;185;p1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6" name="Google Shape;186;p1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7" name="Google Shape;187;p1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8" name="Google Shape;188;p1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9" name="Google Shape;189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0" name="Google Shape;190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1" name="Google Shape;191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2" name="Google Shape;192;p1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3" name="Google Shape;193;p1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4" name="Google Shape;194;p1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95" name="Google Shape;195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96" name="Google Shape;196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97" name="Google Shape;197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8" name="Google Shape;198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99" name="Google Shape;199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03" name="Google Shape;203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4" name="Google Shape;204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5" name="Google Shape;205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06" name="Google Shape;206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7" name="Google Shape;207;p1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08" name="Google Shape;208;p1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9" name="Google Shape;209;p1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0" name="Google Shape;210;p1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1" name="Google Shape;211;p1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2" name="Google Shape;212;p1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3" name="Google Shape;213;p1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4" name="Google Shape;214;p1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5" name="Google Shape;215;p1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6" name="Google Shape;216;p1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7" name="Google Shape;217;p1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8" name="Google Shape;218;p1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9" name="Google Shape;219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0" name="Google Shape;220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1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3" name="Google Shape;223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4" name="Google Shape;224;p1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5" name="Google Shape;225;p1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6" name="Google Shape;226;p1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7" name="Google Shape;227;p1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8" name="Google Shape;228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29" name="Google Shape;229;p1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0" name="Google Shape;230;p1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1" name="Google Shape;231;p1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2" name="Google Shape;232;p1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3" name="Google Shape;233;p1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4" name="Google Shape;234;p1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5" name="Google Shape;235;p1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6" name="Google Shape;236;p1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7" name="Google Shape;237;p1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8" name="Google Shape;238;p1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9" name="Google Shape;239;p1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0" name="Google Shape;240;p1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1" name="Google Shape;241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2" name="Google Shape;242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45" name="Google Shape;245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6" name="Google Shape;246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7" name="Google Shape;247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8" name="Google Shape;248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49" name="Google Shape;249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0" name="Google Shape;250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51" name="Google Shape;251;p1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1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3" name="Google Shape;253;p1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4" name="Google Shape;254;p1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5" name="Google Shape;255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6" name="Google Shape;256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9" name="Google Shape;259;p1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0" name="Google Shape;260;p1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1" name="Google Shape;261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2" name="Google Shape;262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3" name="Google Shape;263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1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1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8" name="Google Shape;268;p1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9" name="Google Shape;269;p1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0" name="Google Shape;270;p1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71" name="Google Shape;271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2" name="Google Shape;272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3" name="Google Shape;273;p1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4" name="Google Shape;274;p1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75" name="Google Shape;275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6" name="Google Shape;276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7" name="Google Shape;277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8" name="Google Shape;278;p1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9" name="Google Shape;279;p1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0" name="Google Shape;280;p1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1" name="Google Shape;281;p1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2" name="Google Shape;282;p1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3" name="Google Shape;283;p1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4" name="Google Shape;284;p1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5" name="Google Shape;285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89" name="Google Shape;289;p1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0" name="Google Shape;290;p1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91" name="Google Shape;291;p1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2" name="Google Shape;292;p1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3" name="Google Shape;293;p1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4" name="Google Shape;294;p1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5" name="Google Shape;295;p1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6" name="Google Shape;296;p1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97" name="Google Shape;297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8" name="Google Shape;298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99" name="Google Shape;299;p1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0" name="Google Shape;300;p1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1" name="Google Shape;301;p1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2" name="Google Shape;302;p1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3" name="Google Shape;303;p1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4" name="Google Shape;304;p1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5" name="Google Shape;305;p1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6" name="Google Shape;306;p1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7" name="Google Shape;307;p1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08" name="Google Shape;308;p1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09" name="Google Shape;309;p1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0" name="Google Shape;310;p1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1" name="Google Shape;311;p1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2" name="Google Shape;312;p1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3" name="Google Shape;313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4" name="Google Shape;314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7" name="Google Shape;317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8" name="Google Shape;318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19" name="Google Shape;319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1" name="Google Shape;321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1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3" name="Google Shape;323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4" name="Google Shape;324;p1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5" name="Google Shape;325;p1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6" name="Google Shape;326;p1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27" name="Google Shape;327;p1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8" name="Google Shape;328;p1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9" name="Google Shape;329;p1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0" name="Google Shape;330;p1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1" name="Google Shape;331;p1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4" name="Google Shape;334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9" name="Google Shape;339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2" name="Google Shape;342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43" name="Google Shape;343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8" name="Google Shape;348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3" name="Google Shape;353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4" name="Google Shape;354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59" name="Google Shape;359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3" name="Google Shape;363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4" name="Google Shape;364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5" name="Google Shape;365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6" name="Google Shape;366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7" name="Google Shape;367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8" name="Google Shape;368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1" name="Google Shape;371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2" name="Google Shape;372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5" name="Google Shape;375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6" name="Google Shape;376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7" name="Google Shape;377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8" name="Google Shape;378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1" name="Google Shape;381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2" name="Google Shape;382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3" name="Google Shape;383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4" name="Google Shape;384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5" name="Google Shape;385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6" name="Google Shape;386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9" name="Google Shape;389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0" name="Google Shape;390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1" name="Google Shape;391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2" name="Google Shape;392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3" name="Google Shape;393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4" name="Google Shape;394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5" name="Google Shape;395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9" name="Google Shape;399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2" name="Google Shape;402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3" name="Google Shape;403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5" name="Google Shape;405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6" name="Google Shape;406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07" name="Google Shape;407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0" name="Google Shape;410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1" name="Google Shape;411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3" name="Google Shape;413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5" name="Google Shape;415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6" name="Google Shape;416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7" name="Google Shape;417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8" name="Google Shape;418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3" name="Google Shape;423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4" name="Google Shape;424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29" name="Google Shape;429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0" name="Google Shape;430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38" name="Google Shape;438;p4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9" name="Google Shape;439;p4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40" name="Google Shape;440;p4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41" name="Google Shape;441;p4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42" name="Google Shape;442;p4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43" name="Google Shape;443;p4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44" name="Google Shape;444;p4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445" name="Google Shape;445;p4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46" name="Google Shape;446;p4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7" name="Google Shape;447;p4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8" name="Google Shape;448;p4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9" name="Google Shape;449;p4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452" name="Google Shape;452;p4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3" name="Google Shape;453;p4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54" name="Google Shape;454;p4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55" name="Google Shape;455;p4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56" name="Google Shape;456;p4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7" name="Google Shape;457;p4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58" name="Google Shape;458;p4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1" name="Google Shape;461;p4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62" name="Google Shape;462;p4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3" name="Google Shape;463;p4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4" name="Google Shape;464;p4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5" name="Google Shape;465;p4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6" name="Google Shape;466;p4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67" name="Google Shape;467;p4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8" name="Google Shape;468;p4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69" name="Google Shape;469;p4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70" name="Google Shape;470;p4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71" name="Google Shape;471;p4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73" name="Google Shape;473;p4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4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4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477" name="Google Shape;477;p4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478" name="Google Shape;478;p4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79" name="Google Shape;479;p4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80" name="Google Shape;480;p4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81" name="Google Shape;481;p4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82" name="Google Shape;482;p4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83" name="Google Shape;483;p4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84" name="Google Shape;484;p4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5" name="Google Shape;485;p4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6" name="Google Shape;486;p4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7" name="Google Shape;487;p4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4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90" name="Google Shape;490;p4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1" name="Google Shape;491;p4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2" name="Google Shape;492;p4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3" name="Google Shape;493;p4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494" name="Google Shape;494;p4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95" name="Google Shape;495;p4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96" name="Google Shape;496;p4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97" name="Google Shape;497;p4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8" name="Google Shape;498;p4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9" name="Google Shape;499;p4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500" name="Google Shape;500;p4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03" name="Google Shape;503;p4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04" name="Google Shape;504;p4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05" name="Google Shape;505;p4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506" name="Google Shape;506;p4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07" name="Google Shape;507;p4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08" name="Google Shape;508;p4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09" name="Google Shape;509;p4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10" name="Google Shape;510;p4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11" name="Google Shape;511;p4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12" name="Google Shape;512;p4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13" name="Google Shape;513;p4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4" name="Google Shape;514;p4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5" name="Google Shape;515;p4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6" name="Google Shape;516;p4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7" name="Google Shape;517;p4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8" name="Google Shape;518;p4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9" name="Google Shape;519;p4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20" name="Google Shape;520;p4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4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523" name="Google Shape;523;p4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24" name="Google Shape;524;p4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25" name="Google Shape;525;p4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26" name="Google Shape;526;p4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27" name="Google Shape;527;p4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528" name="Google Shape;528;p4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29" name="Google Shape;529;p4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530" name="Google Shape;530;p4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31" name="Google Shape;531;p4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32" name="Google Shape;532;p4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533" name="Google Shape;533;p4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34" name="Google Shape;534;p4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35" name="Google Shape;535;p4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536" name="Google Shape;536;p4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37" name="Google Shape;537;p4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38" name="Google Shape;538;p4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539" name="Google Shape;539;p4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40" name="Google Shape;540;p4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41" name="Google Shape;541;p4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542" name="Google Shape;542;p4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543" name="Google Shape;543;p4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544" name="Google Shape;544;p4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5" name="Google Shape;545;p4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46" name="Google Shape;546;p4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4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549" name="Google Shape;549;p4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550" name="Google Shape;550;p4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1" name="Google Shape;551;p4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2" name="Google Shape;552;p4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3" name="Google Shape;553;p4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554" name="Google Shape;554;p4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55" name="Google Shape;555;p4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56" name="Google Shape;556;p4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9" name="Google Shape;559;p5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60" name="Google Shape;560;p5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561" name="Google Shape;561;p5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562" name="Google Shape;562;p5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563" name="Google Shape;563;p5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564" name="Google Shape;564;p5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565" name="Google Shape;565;p5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566" name="Google Shape;566;p5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567" name="Google Shape;567;p5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68" name="Google Shape;568;p5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69" name="Google Shape;569;p5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570" name="Google Shape;570;p5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571" name="Google Shape;571;p5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72" name="Google Shape;572;p5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73" name="Google Shape;573;p5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574" name="Google Shape;574;p5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575" name="Google Shape;575;p5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76" name="Google Shape;576;p5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77" name="Google Shape;577;p5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578" name="Google Shape;578;p5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579" name="Google Shape;579;p5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80" name="Google Shape;580;p5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81" name="Google Shape;581;p5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582" name="Google Shape;582;p5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3" name="Google Shape;583;p5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84" name="Google Shape;584;p5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5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87" name="Google Shape;587;p5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88" name="Google Shape;588;p5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89" name="Google Shape;589;p5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90" name="Google Shape;590;p5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591" name="Google Shape;591;p5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2" name="Google Shape;592;p5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3" name="Google Shape;593;p5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4" name="Google Shape;594;p5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5" name="Google Shape;595;p5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598" name="Google Shape;598;p5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599" name="Google Shape;599;p5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00" name="Google Shape;600;p5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01" name="Google Shape;601;p5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02" name="Google Shape;602;p5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03" name="Google Shape;603;p5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604" name="Google Shape;604;p5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5" name="Google Shape;605;p5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6" name="Google Shape;606;p5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5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09" name="Google Shape;609;p5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10" name="Google Shape;610;p5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11" name="Google Shape;611;p5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12" name="Google Shape;612;p5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13" name="Google Shape;613;p5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14" name="Google Shape;614;p5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15" name="Google Shape;615;p5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16" name="Google Shape;616;p5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17" name="Google Shape;617;p5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18" name="Google Shape;618;p5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19" name="Google Shape;619;p5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620" name="Google Shape;620;p5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621" name="Google Shape;621;p5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622" name="Google Shape;622;p5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23" name="Google Shape;623;p5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624" name="Google Shape;624;p5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5" name="Google Shape;625;p5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5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628" name="Google Shape;628;p5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29" name="Google Shape;629;p5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30" name="Google Shape;630;p5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631" name="Google Shape;631;p5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2" name="Google Shape;632;p5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33" name="Google Shape;633;p5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34" name="Google Shape;634;p5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35" name="Google Shape;635;p5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36" name="Google Shape;636;p5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37" name="Google Shape;637;p5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38" name="Google Shape;638;p5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39" name="Google Shape;639;p5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40" name="Google Shape;640;p5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41" name="Google Shape;641;p5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42" name="Google Shape;642;p5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43" name="Google Shape;643;p5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44" name="Google Shape;644;p5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5" name="Google Shape;645;p5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7" name="Google Shape;647;p5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48" name="Google Shape;648;p5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49" name="Google Shape;649;p5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50" name="Google Shape;650;p5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51" name="Google Shape;651;p5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52" name="Google Shape;652;p5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53" name="Google Shape;653;p5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54" name="Google Shape;654;p5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55" name="Google Shape;655;p5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56" name="Google Shape;656;p5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57" name="Google Shape;657;p5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58" name="Google Shape;658;p5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59" name="Google Shape;659;p5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60" name="Google Shape;660;p5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61" name="Google Shape;661;p5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62" name="Google Shape;662;p5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63" name="Google Shape;663;p5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64" name="Google Shape;664;p5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65" name="Google Shape;665;p5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66" name="Google Shape;666;p5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67" name="Google Shape;667;p5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5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670" name="Google Shape;670;p5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71" name="Google Shape;671;p5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72" name="Google Shape;672;p5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73" name="Google Shape;673;p5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674" name="Google Shape;674;p5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75" name="Google Shape;675;p5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676" name="Google Shape;676;p5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p5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78" name="Google Shape;678;p5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79" name="Google Shape;679;p5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80" name="Google Shape;680;p5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1" name="Google Shape;681;p5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5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84" name="Google Shape;684;p5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85" name="Google Shape;685;p5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686" name="Google Shape;686;p5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7" name="Google Shape;687;p5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8" name="Google Shape;688;p5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9" name="Google Shape;689;p5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0" name="Google Shape;690;p5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1" name="Google Shape;691;p5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2" name="Google Shape;692;p5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93" name="Google Shape;693;p5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4" name="Google Shape;694;p5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95" name="Google Shape;695;p5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696" name="Google Shape;696;p5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97" name="Google Shape;697;p5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98" name="Google Shape;698;p5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99" name="Google Shape;699;p5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700" name="Google Shape;700;p5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1" name="Google Shape;701;p5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2" name="Google Shape;702;p5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3" name="Google Shape;703;p5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04" name="Google Shape;704;p5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05" name="Google Shape;705;p5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06" name="Google Shape;706;p5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07" name="Google Shape;707;p5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08" name="Google Shape;708;p5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09" name="Google Shape;709;p5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10" name="Google Shape;710;p5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1" name="Google Shape;711;p5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5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714" name="Google Shape;714;p5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715" name="Google Shape;715;p5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16" name="Google Shape;716;p5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717" name="Google Shape;717;p5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18" name="Google Shape;718;p5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719" name="Google Shape;719;p5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20" name="Google Shape;720;p5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21" name="Google Shape;721;p5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22" name="Google Shape;722;p5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23" name="Google Shape;723;p5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724" name="Google Shape;724;p5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25" name="Google Shape;725;p5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26" name="Google Shape;726;p5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27" name="Google Shape;727;p5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28" name="Google Shape;728;p5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9" name="Google Shape;729;p5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30" name="Google Shape;730;p5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31" name="Google Shape;731;p5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32" name="Google Shape;732;p5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733" name="Google Shape;733;p5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734" name="Google Shape;734;p5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735" name="Google Shape;735;p5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736" name="Google Shape;736;p5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737" name="Google Shape;737;p5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738" name="Google Shape;738;p5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9" name="Google Shape;739;p5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5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42" name="Google Shape;742;p5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43" name="Google Shape;743;p5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44" name="Google Shape;744;p5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45" name="Google Shape;745;p5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6" name="Google Shape;746;p5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7" name="Google Shape;747;p5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8" name="Google Shape;748;p5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749" name="Google Shape;749;p5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50" name="Google Shape;750;p5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51" name="Google Shape;751;p5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752" name="Google Shape;752;p5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753" name="Google Shape;753;p5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54" name="Google Shape;754;p5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55" name="Google Shape;755;p5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56" name="Google Shape;756;p5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759" name="Google Shape;759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6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64" name="Google Shape;764;p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67" name="Google Shape;767;p6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68" name="Google Shape;768;p6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6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3" name="Google Shape;773;p6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6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8" name="Google Shape;778;p6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79" name="Google Shape;779;p6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780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6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6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84" name="Google Shape;784;p6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7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88" name="Google Shape;788;p7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89" name="Google Shape;789;p7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90" name="Google Shape;790;p7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91" name="Google Shape;791;p7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92" name="Google Shape;792;p7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93" name="Google Shape;793;p7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7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96" name="Google Shape;796;p7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97" name="Google Shape;797;p7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7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00" name="Google Shape;800;p7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01" name="Google Shape;801;p7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02" name="Google Shape;802;p7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03" name="Google Shape;803;p7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7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06" name="Google Shape;806;p7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07" name="Google Shape;807;p7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08" name="Google Shape;808;p7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09" name="Google Shape;809;p7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10" name="Google Shape;810;p7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11" name="Google Shape;811;p7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7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14" name="Google Shape;814;p7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15" name="Google Shape;815;p7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16" name="Google Shape;816;p7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17" name="Google Shape;817;p7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18" name="Google Shape;818;p7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19" name="Google Shape;819;p7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20" name="Google Shape;820;p7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21" name="Google Shape;821;p7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7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24" name="Google Shape;824;p7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7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27" name="Google Shape;827;p7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828" name="Google Shape;828;p7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829" name="Google Shape;829;p7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30" name="Google Shape;830;p7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31" name="Google Shape;831;p7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32" name="Google Shape;832;p7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7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35" name="Google Shape;835;p7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836" name="Google Shape;836;p7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837" name="Google Shape;837;p7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38" name="Google Shape;838;p7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839" name="Google Shape;839;p7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40" name="Google Shape;840;p7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41" name="Google Shape;841;p7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42" name="Google Shape;842;p7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43" name="Google Shape;843;p7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844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7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8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8" name="Google Shape;848;p8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9" name="Google Shape;849;p8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0" name="Google Shape;850;p8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1" name="Google Shape;851;p8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2" name="Google Shape;852;p8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3" name="Google Shape;853;p8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54" name="Google Shape;854;p8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5" name="Google Shape;855;p8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6" name="Google Shape;856;p8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86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2" name="Google Shape;862;p8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863" name="Google Shape;863;p8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64" name="Google Shape;864;p8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5" name="Google Shape;865;p8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66" name="Google Shape;866;p8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67" name="Google Shape;867;p8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68" name="Google Shape;868;p8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69" name="Google Shape;869;p8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70" name="Google Shape;870;p8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71" name="Google Shape;871;p8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72" name="Google Shape;872;p8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3" name="Google Shape;873;p8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4" name="Google Shape;874;p8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5" name="Google Shape;875;p8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8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878" name="Google Shape;878;p8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79" name="Google Shape;879;p8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80" name="Google Shape;880;p8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81" name="Google Shape;881;p8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82" name="Google Shape;882;p8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83" name="Google Shape;883;p8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884" name="Google Shape;884;p8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8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87" name="Google Shape;887;p8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88" name="Google Shape;888;p8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89" name="Google Shape;889;p8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90" name="Google Shape;890;p8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91" name="Google Shape;891;p8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92" name="Google Shape;892;p8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893" name="Google Shape;893;p8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94" name="Google Shape;894;p8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95" name="Google Shape;895;p8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96" name="Google Shape;896;p8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97" name="Google Shape;897;p8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898" name="Google Shape;898;p8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899" name="Google Shape;899;p8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8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902" name="Google Shape;902;p8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903" name="Google Shape;903;p8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904" name="Google Shape;904;p8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905" name="Google Shape;905;p8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06" name="Google Shape;906;p8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07" name="Google Shape;907;p8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08" name="Google Shape;908;p8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09" name="Google Shape;909;p8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910" name="Google Shape;910;p8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8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8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3" name="Google Shape;913;p8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914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8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916" name="Google Shape;916;p8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p8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8" name="Google Shape;918;p8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9" name="Google Shape;919;p8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920" name="Google Shape;920;p8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21" name="Google Shape;921;p8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22" name="Google Shape;922;p8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23" name="Google Shape;923;p8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24" name="Google Shape;924;p8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25" name="Google Shape;925;p8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926" name="Google Shape;926;p8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8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29" name="Google Shape;929;p8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30" name="Google Shape;930;p8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31" name="Google Shape;931;p8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932" name="Google Shape;932;p8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3" name="Google Shape;933;p8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34" name="Google Shape;934;p8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35" name="Google Shape;935;p8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36" name="Google Shape;936;p8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37" name="Google Shape;937;p8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38" name="Google Shape;938;p8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39" name="Google Shape;939;p8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0" name="Google Shape;940;p8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1" name="Google Shape;941;p8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2" name="Google Shape;942;p8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3" name="Google Shape;943;p8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4" name="Google Shape;944;p8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5" name="Google Shape;945;p8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46" name="Google Shape;946;p8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947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8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49" name="Google Shape;949;p8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50" name="Google Shape;950;p8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51" name="Google Shape;951;p8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52" name="Google Shape;952;p8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53" name="Google Shape;953;p8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954" name="Google Shape;954;p8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55" name="Google Shape;955;p8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56" name="Google Shape;956;p8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57" name="Google Shape;957;p8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58" name="Google Shape;958;p8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59" name="Google Shape;959;p8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60" name="Google Shape;960;p8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61" name="Google Shape;961;p8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62" name="Google Shape;962;p8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63" name="Google Shape;963;p8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64" name="Google Shape;964;p8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65" name="Google Shape;965;p8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66" name="Google Shape;966;p8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67" name="Google Shape;967;p8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68" name="Google Shape;968;p8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69" name="Google Shape;969;p8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970" name="Google Shape;970;p8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1" name="Google Shape;971;p8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72" name="Google Shape;972;p8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p8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975" name="Google Shape;975;p8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976" name="Google Shape;976;p8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77" name="Google Shape;977;p8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78" name="Google Shape;978;p8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79" name="Google Shape;979;p8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980" name="Google Shape;980;p8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81" name="Google Shape;981;p8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82" name="Google Shape;982;p8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983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9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85" name="Google Shape;985;p9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86" name="Google Shape;986;p9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987" name="Google Shape;987;p9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988" name="Google Shape;988;p9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989" name="Google Shape;989;p9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990" name="Google Shape;990;p9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91" name="Google Shape;991;p9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992" name="Google Shape;992;p9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993" name="Google Shape;993;p9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94" name="Google Shape;994;p9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95" name="Google Shape;995;p9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996" name="Google Shape;996;p9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997" name="Google Shape;997;p9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98" name="Google Shape;998;p9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99" name="Google Shape;999;p9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000" name="Google Shape;1000;p9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001" name="Google Shape;1001;p9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02" name="Google Shape;1002;p9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03" name="Google Shape;1003;p9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004" name="Google Shape;1004;p9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005" name="Google Shape;1005;p9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06" name="Google Shape;1006;p9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07" name="Google Shape;1007;p9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008" name="Google Shape;1008;p9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9" name="Google Shape;1009;p9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10" name="Google Shape;1010;p9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01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012" name="Google Shape;1012;p9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13" name="Google Shape;1013;p9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14" name="Google Shape;1014;p9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5" name="Google Shape;1015;p9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6" name="Google Shape;1016;p9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7" name="Google Shape;1017;p9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018" name="Google Shape;1018;p9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19" name="Google Shape;1019;p9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0" name="Google Shape;1020;p9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1" name="Google Shape;1021;p9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2" name="Google Shape;1022;p9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023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9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025" name="Google Shape;1025;p9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026" name="Google Shape;1026;p9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27" name="Google Shape;1027;p9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28" name="Google Shape;1028;p9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29" name="Google Shape;1029;p9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30" name="Google Shape;1030;p9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031" name="Google Shape;1031;p9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32" name="Google Shape;1032;p9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33" name="Google Shape;1033;p9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034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9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36" name="Google Shape;1036;p9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37" name="Google Shape;1037;p9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38" name="Google Shape;1038;p9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39" name="Google Shape;1039;p9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40" name="Google Shape;1040;p9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41" name="Google Shape;1041;p9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42" name="Google Shape;1042;p9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43" name="Google Shape;1043;p9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44" name="Google Shape;1044;p9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45" name="Google Shape;1045;p9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46" name="Google Shape;1046;p9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047" name="Google Shape;1047;p9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048" name="Google Shape;1048;p9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049" name="Google Shape;1049;p9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50" name="Google Shape;1050;p9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051" name="Google Shape;1051;p9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52" name="Google Shape;1052;p9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1053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p9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1055" name="Google Shape;1055;p9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56" name="Google Shape;1056;p9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57" name="Google Shape;1057;p9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058" name="Google Shape;1058;p9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9" name="Google Shape;1059;p9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60" name="Google Shape;1060;p9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61" name="Google Shape;1061;p9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62" name="Google Shape;1062;p9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63" name="Google Shape;1063;p9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64" name="Google Shape;1064;p9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65" name="Google Shape;1065;p9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66" name="Google Shape;1066;p9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67" name="Google Shape;1067;p9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68" name="Google Shape;1068;p9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69" name="Google Shape;1069;p9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70" name="Google Shape;1070;p9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71" name="Google Shape;1071;p9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72" name="Google Shape;1072;p9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1073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9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5" name="Google Shape;1075;p9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6" name="Google Shape;1076;p9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77" name="Google Shape;1077;p9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78" name="Google Shape;1078;p9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79" name="Google Shape;1079;p9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80" name="Google Shape;1080;p9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81" name="Google Shape;1081;p9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82" name="Google Shape;1082;p9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83" name="Google Shape;1083;p9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84" name="Google Shape;1084;p9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85" name="Google Shape;1085;p9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86" name="Google Shape;1086;p9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87" name="Google Shape;1087;p9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88" name="Google Shape;1088;p9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89" name="Google Shape;1089;p9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90" name="Google Shape;1090;p9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091" name="Google Shape;1091;p9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92" name="Google Shape;1092;p9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93" name="Google Shape;1093;p9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94" name="Google Shape;1094;p9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1095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9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097" name="Google Shape;1097;p9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98" name="Google Shape;1098;p9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99" name="Google Shape;1099;p9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00" name="Google Shape;1100;p9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101" name="Google Shape;1101;p9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02" name="Google Shape;1102;p9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103" name="Google Shape;1103;p9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4" name="Google Shape;1104;p9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05" name="Google Shape;1105;p9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06" name="Google Shape;1106;p9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07" name="Google Shape;1107;p9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08" name="Google Shape;1108;p9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1109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9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11" name="Google Shape;1111;p9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12" name="Google Shape;1112;p9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113" name="Google Shape;1113;p9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4" name="Google Shape;1114;p9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5" name="Google Shape;1115;p9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6" name="Google Shape;1116;p9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7" name="Google Shape;1117;p9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8" name="Google Shape;1118;p9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9" name="Google Shape;1119;p9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20" name="Google Shape;1120;p9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21" name="Google Shape;1121;p9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22" name="Google Shape;1122;p9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1123" name="Google Shape;1123;p9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24" name="Google Shape;1124;p9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25" name="Google Shape;1125;p9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26" name="Google Shape;1126;p9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127" name="Google Shape;1127;p9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28" name="Google Shape;1128;p9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29" name="Google Shape;1129;p9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30" name="Google Shape;1130;p9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31" name="Google Shape;1131;p9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32" name="Google Shape;1132;p9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33" name="Google Shape;1133;p9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34" name="Google Shape;1134;p9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35" name="Google Shape;1135;p9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36" name="Google Shape;1136;p9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37" name="Google Shape;1137;p9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38" name="Google Shape;1138;p9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9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141" name="Google Shape;1141;p9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142" name="Google Shape;1142;p9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43" name="Google Shape;1143;p9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144" name="Google Shape;1144;p9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45" name="Google Shape;1145;p9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146" name="Google Shape;1146;p9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47" name="Google Shape;1147;p9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48" name="Google Shape;1148;p9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149" name="Google Shape;1149;p9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50" name="Google Shape;1150;p9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51" name="Google Shape;1151;p9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52" name="Google Shape;1152;p9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53" name="Google Shape;1153;p9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54" name="Google Shape;1154;p9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55" name="Google Shape;1155;p9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6" name="Google Shape;1156;p9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7" name="Google Shape;1157;p9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8" name="Google Shape;1158;p9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9" name="Google Shape;1159;p9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160" name="Google Shape;1160;p9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161" name="Google Shape;1161;p9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162" name="Google Shape;1162;p9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163" name="Google Shape;1163;p9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164" name="Google Shape;1164;p9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165" name="Google Shape;1165;p9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66" name="Google Shape;1166;p9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1167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Google Shape;1168;p9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69" name="Google Shape;1169;p9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70" name="Google Shape;1170;p9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171" name="Google Shape;1171;p9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72" name="Google Shape;1172;p9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73" name="Google Shape;1173;p9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74" name="Google Shape;1174;p9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5" name="Google Shape;1175;p9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1176" name="Google Shape;1176;p9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7" name="Google Shape;1177;p9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78" name="Google Shape;1178;p9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1179" name="Google Shape;1179;p9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1180" name="Google Shape;1180;p9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81" name="Google Shape;1181;p9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82" name="Google Shape;1182;p9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83" name="Google Shape;1183;p9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184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p10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86" name="Google Shape;1186;p10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187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10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1189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Google Shape;1190;p10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91" name="Google Shape;1191;p10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1192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p10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94" name="Google Shape;1194;p10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195" name="Google Shape;1195;p10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1196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10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10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00" name="Google Shape;1200;p10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120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10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1203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10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205" name="Google Shape;1205;p10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06" name="Google Shape;1206;p10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10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1209" name="Shape 1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Google Shape;1210;p10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211" name="Google Shape;1211;p10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212" name="Shape 12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1213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11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15" name="Google Shape;1215;p11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16" name="Google Shape;1216;p11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17" name="Google Shape;1217;p11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18" name="Google Shape;1218;p11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19" name="Google Shape;1219;p11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20" name="Google Shape;1220;p11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1221" name="Shape 1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Google Shape;1222;p1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23" name="Google Shape;1223;p11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24" name="Google Shape;1224;p11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1225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11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27" name="Google Shape;1227;p11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28" name="Google Shape;1228;p11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29" name="Google Shape;1229;p11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30" name="Google Shape;1230;p11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123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p11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33" name="Google Shape;1233;p11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34" name="Google Shape;1234;p11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35" name="Google Shape;1235;p11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36" name="Google Shape;1236;p11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37" name="Google Shape;1237;p11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38" name="Google Shape;1238;p11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1239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11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41" name="Google Shape;1241;p11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42" name="Google Shape;1242;p11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43" name="Google Shape;1243;p11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44" name="Google Shape;1244;p11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45" name="Google Shape;1245;p11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46" name="Google Shape;1246;p11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47" name="Google Shape;1247;p11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48" name="Google Shape;1248;p11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1249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1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51" name="Google Shape;1251;p11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1252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p11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54" name="Google Shape;1254;p11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255" name="Google Shape;1255;p11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256" name="Google Shape;1256;p11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57" name="Google Shape;1257;p1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58" name="Google Shape;1258;p11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59" name="Google Shape;1259;p11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1260" name="Shape 1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11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62" name="Google Shape;1262;p11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3" name="Google Shape;1263;p11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4" name="Google Shape;1264;p11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65" name="Google Shape;1265;p11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6" name="Google Shape;1266;p11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267" name="Google Shape;1267;p1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68" name="Google Shape;1268;p11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69" name="Google Shape;1269;p11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0" name="Google Shape;1270;p11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11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1273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p12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5" name="Google Shape;1275;p12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6" name="Google Shape;1276;p12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7" name="Google Shape;1277;p12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8" name="Google Shape;1278;p12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9" name="Google Shape;1279;p12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0" name="Google Shape;1280;p12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81" name="Google Shape;1281;p12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2" name="Google Shape;1282;p12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3" name="Google Shape;1283;p12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1288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9" name="Google Shape;1289;p12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90" name="Google Shape;1290;p12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1" name="Google Shape;1291;p12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292" name="Google Shape;1292;p12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93" name="Google Shape;1293;p12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94" name="Google Shape;1294;p12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95" name="Google Shape;1295;p12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6" name="Google Shape;1296;p12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7" name="Google Shape;1297;p12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298" name="Google Shape;1298;p12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99" name="Google Shape;1299;p12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00" name="Google Shape;1300;p12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01" name="Google Shape;1301;p12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02" name="Google Shape;1302;p12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1303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12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305" name="Google Shape;1305;p12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06" name="Google Shape;1306;p12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07" name="Google Shape;1307;p12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08" name="Google Shape;1308;p12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09" name="Google Shape;1309;p12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0" name="Google Shape;1310;p12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311" name="Google Shape;1311;p12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1312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p12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14" name="Google Shape;1314;p12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315" name="Google Shape;1315;p12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16" name="Google Shape;1316;p12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17" name="Google Shape;1317;p12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18" name="Google Shape;1318;p12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9" name="Google Shape;1319;p12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320" name="Google Shape;1320;p12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21" name="Google Shape;1321;p12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22" name="Google Shape;1322;p12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23" name="Google Shape;1323;p12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24" name="Google Shape;1324;p12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1325" name="Google Shape;1325;p12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1326" name="Google Shape;1326;p12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1327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p12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1329" name="Google Shape;1329;p12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1330" name="Google Shape;1330;p12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1331" name="Google Shape;1331;p12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1332" name="Google Shape;1332;p12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33" name="Google Shape;1333;p12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34" name="Google Shape;1334;p12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35" name="Google Shape;1335;p12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36" name="Google Shape;1336;p12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337" name="Google Shape;1337;p12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38" name="Google Shape;1338;p12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39" name="Google Shape;1339;p12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40" name="Google Shape;1340;p12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134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12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343" name="Google Shape;1343;p12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4" name="Google Shape;1344;p12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5" name="Google Shape;1345;p12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6" name="Google Shape;1346;p12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347" name="Google Shape;1347;p12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8" name="Google Shape;1348;p12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9" name="Google Shape;1349;p12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0" name="Google Shape;1350;p12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51" name="Google Shape;1351;p12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52" name="Google Shape;1352;p12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353" name="Google Shape;1353;p12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1354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5" name="Google Shape;1355;p12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6" name="Google Shape;1356;p12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7" name="Google Shape;1357;p12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8" name="Google Shape;1358;p12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9" name="Google Shape;1359;p12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360" name="Google Shape;1360;p12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61" name="Google Shape;1361;p12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62" name="Google Shape;1362;p12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63" name="Google Shape;1363;p12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64" name="Google Shape;1364;p12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65" name="Google Shape;1365;p12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66" name="Google Shape;1366;p12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67" name="Google Shape;1367;p12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68" name="Google Shape;1368;p12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69" name="Google Shape;1369;p12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70" name="Google Shape;1370;p12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71" name="Google Shape;1371;p12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72" name="Google Shape;1372;p12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73" name="Google Shape;1373;p12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74" name="Google Shape;1374;p12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1375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376;p12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377" name="Google Shape;1377;p12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78" name="Google Shape;1378;p12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79" name="Google Shape;1379;p12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80" name="Google Shape;1380;p12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81" name="Google Shape;1381;p12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382" name="Google Shape;1382;p12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83" name="Google Shape;1383;p12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384" name="Google Shape;1384;p12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85" name="Google Shape;1385;p12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86" name="Google Shape;1386;p12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387" name="Google Shape;1387;p12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88" name="Google Shape;1388;p12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89" name="Google Shape;1389;p12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390" name="Google Shape;1390;p12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91" name="Google Shape;1391;p12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92" name="Google Shape;1392;p12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393" name="Google Shape;1393;p12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94" name="Google Shape;1394;p12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95" name="Google Shape;1395;p12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396" name="Google Shape;1396;p12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397" name="Google Shape;1397;p12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398" name="Google Shape;1398;p12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99" name="Google Shape;1399;p12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00" name="Google Shape;1400;p12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40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12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403" name="Google Shape;1403;p12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404" name="Google Shape;1404;p12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05" name="Google Shape;1405;p12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06" name="Google Shape;1406;p12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07" name="Google Shape;1407;p12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408" name="Google Shape;1408;p12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09" name="Google Shape;1409;p12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10" name="Google Shape;1410;p12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41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13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13" name="Google Shape;1413;p13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14" name="Google Shape;1414;p13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415" name="Google Shape;1415;p13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416" name="Google Shape;1416;p13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417" name="Google Shape;1417;p13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418" name="Google Shape;1418;p13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419" name="Google Shape;1419;p13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420" name="Google Shape;1420;p13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21" name="Google Shape;1421;p13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22" name="Google Shape;1422;p13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23" name="Google Shape;1423;p13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24" name="Google Shape;1424;p13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25" name="Google Shape;1425;p13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26" name="Google Shape;1426;p13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27" name="Google Shape;1427;p13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28" name="Google Shape;1428;p13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29" name="Google Shape;1429;p13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0" name="Google Shape;1430;p13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1" name="Google Shape;1431;p13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32" name="Google Shape;1432;p13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33" name="Google Shape;1433;p13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4" name="Google Shape;1434;p13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5" name="Google Shape;1435;p13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436" name="Google Shape;1436;p13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37" name="Google Shape;1437;p13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38" name="Google Shape;1438;p13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439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440" name="Google Shape;1440;p13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41" name="Google Shape;1441;p13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42" name="Google Shape;1442;p13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43" name="Google Shape;1443;p13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44" name="Google Shape;1444;p13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45" name="Google Shape;1445;p13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446" name="Google Shape;1446;p13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47" name="Google Shape;1447;p13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48" name="Google Shape;1448;p13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9" name="Google Shape;1449;p13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50" name="Google Shape;1450;p13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45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p13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453" name="Google Shape;1453;p13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454" name="Google Shape;1454;p13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55" name="Google Shape;1455;p13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56" name="Google Shape;1456;p13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57" name="Google Shape;1457;p13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58" name="Google Shape;1458;p13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459" name="Google Shape;1459;p13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60" name="Google Shape;1460;p13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61" name="Google Shape;1461;p13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462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p13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464" name="Google Shape;1464;p13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65" name="Google Shape;1465;p13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66" name="Google Shape;1466;p13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467" name="Google Shape;1467;p13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68" name="Google Shape;1468;p13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69" name="Google Shape;1469;p13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470" name="Google Shape;1470;p13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71" name="Google Shape;1471;p13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72" name="Google Shape;1472;p13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73" name="Google Shape;1473;p13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74" name="Google Shape;1474;p13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475" name="Google Shape;1475;p13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476" name="Google Shape;1476;p13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477" name="Google Shape;1477;p13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78" name="Google Shape;1478;p13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9" name="Google Shape;1479;p13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80" name="Google Shape;1480;p13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148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p13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1483" name="Google Shape;1483;p13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84" name="Google Shape;1484;p13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85" name="Google Shape;1485;p13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486" name="Google Shape;1486;p13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87" name="Google Shape;1487;p13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488" name="Google Shape;1488;p13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89" name="Google Shape;1489;p13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90" name="Google Shape;1490;p13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491" name="Google Shape;1491;p13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92" name="Google Shape;1492;p13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93" name="Google Shape;1493;p13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494" name="Google Shape;1494;p13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95" name="Google Shape;1495;p13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96" name="Google Shape;1496;p13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497" name="Google Shape;1497;p13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98" name="Google Shape;1498;p13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99" name="Google Shape;1499;p13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00" name="Google Shape;1500;p13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150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2" name="Google Shape;1502;p13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03" name="Google Shape;1503;p13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04" name="Google Shape;1504;p13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05" name="Google Shape;1505;p13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06" name="Google Shape;1506;p13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07" name="Google Shape;1507;p13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08" name="Google Shape;1508;p13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509" name="Google Shape;1509;p13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0" name="Google Shape;1510;p13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11" name="Google Shape;1511;p13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512" name="Google Shape;1512;p13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3" name="Google Shape;1513;p13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14" name="Google Shape;1514;p13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515" name="Google Shape;1515;p13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6" name="Google Shape;1516;p13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17" name="Google Shape;1517;p13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518" name="Google Shape;1518;p13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9" name="Google Shape;1519;p13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20" name="Google Shape;1520;p13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21" name="Google Shape;1521;p13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22" name="Google Shape;1522;p13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1523" name="Shape 1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Google Shape;1524;p13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525" name="Google Shape;1525;p13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26" name="Google Shape;1526;p13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27" name="Google Shape;1527;p13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28" name="Google Shape;1528;p13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529" name="Google Shape;1529;p13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30" name="Google Shape;1530;p13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531" name="Google Shape;1531;p13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2" name="Google Shape;1532;p13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33" name="Google Shape;1533;p13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34" name="Google Shape;1534;p13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35" name="Google Shape;1535;p13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36" name="Google Shape;1536;p13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1537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13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39" name="Google Shape;1539;p13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40" name="Google Shape;1540;p13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541" name="Google Shape;1541;p13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2" name="Google Shape;1542;p13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3" name="Google Shape;1543;p13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4" name="Google Shape;1544;p13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5" name="Google Shape;1545;p13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6" name="Google Shape;1546;p13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7" name="Google Shape;1547;p13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48" name="Google Shape;1548;p13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49" name="Google Shape;1549;p13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0" name="Google Shape;1550;p13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1551" name="Google Shape;1551;p13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52" name="Google Shape;1552;p13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3" name="Google Shape;1553;p13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4" name="Google Shape;1554;p13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55" name="Google Shape;1555;p13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56" name="Google Shape;1556;p13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57" name="Google Shape;1557;p13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58" name="Google Shape;1558;p13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9" name="Google Shape;1559;p13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0" name="Google Shape;1560;p13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1" name="Google Shape;1561;p13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2" name="Google Shape;1562;p13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3" name="Google Shape;1563;p13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4" name="Google Shape;1564;p13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65" name="Google Shape;1565;p13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66" name="Google Shape;1566;p13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1567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p13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569" name="Google Shape;1569;p13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70" name="Google Shape;1570;p13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71" name="Google Shape;1571;p13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72" name="Google Shape;1572;p13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73" name="Google Shape;1573;p13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74" name="Google Shape;1574;p13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75" name="Google Shape;1575;p13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76" name="Google Shape;1576;p13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577" name="Google Shape;1577;p13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78" name="Google Shape;1578;p13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79" name="Google Shape;1579;p13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80" name="Google Shape;1580;p13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81" name="Google Shape;1581;p13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82" name="Google Shape;1582;p13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83" name="Google Shape;1583;p13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4" name="Google Shape;1584;p13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85" name="Google Shape;1585;p13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86" name="Google Shape;1586;p13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87" name="Google Shape;1587;p13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588" name="Google Shape;1588;p13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589" name="Google Shape;1589;p13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590" name="Google Shape;1590;p13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591" name="Google Shape;1591;p13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592" name="Google Shape;1592;p13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93" name="Google Shape;1593;p13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4" name="Google Shape;1594;p13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1595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p13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97" name="Google Shape;1597;p13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98" name="Google Shape;1598;p13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599" name="Google Shape;1599;p13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00" name="Google Shape;1600;p13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01" name="Google Shape;1601;p13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02" name="Google Shape;1602;p13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3" name="Google Shape;1603;p13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1604" name="Google Shape;1604;p13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05" name="Google Shape;1605;p13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06" name="Google Shape;1606;p13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1607" name="Google Shape;1607;p13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1608" name="Google Shape;1608;p13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09" name="Google Shape;1609;p13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10" name="Google Shape;1610;p13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11" name="Google Shape;1611;p13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612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14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614" name="Google Shape;1614;p14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615" name="Shape 1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Google Shape;1616;p14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1617" name="Shape 1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p1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19" name="Google Shape;1619;p1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1620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1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22" name="Google Shape;1622;p14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23" name="Google Shape;1623;p14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1624" name="Shape 1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Google Shape;1625;p1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1626" name="Shape 1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Google Shape;1627;p14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628" name="Google Shape;1628;p14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1629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p14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163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Google Shape;1632;p14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633" name="Google Shape;1633;p14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34" name="Google Shape;1634;p14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1635" name="Shape 1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Google Shape;1636;p14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1637" name="Shape 1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Google Shape;1638;p14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39" name="Google Shape;1639;p14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640" name="Shape 16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1641" name="Shape 1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Google Shape;1642;p15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43" name="Google Shape;1643;p15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44" name="Google Shape;1644;p15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45" name="Google Shape;1645;p15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46" name="Google Shape;1646;p15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47" name="Google Shape;1647;p15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48" name="Google Shape;1648;p15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1649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Google Shape;1650;p1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51" name="Google Shape;1651;p15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52" name="Google Shape;1652;p15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1653" name="Shape 1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Google Shape;1654;p15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55" name="Google Shape;1655;p15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56" name="Google Shape;1656;p15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57" name="Google Shape;1657;p15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58" name="Google Shape;1658;p15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1659" name="Shape 1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0" name="Google Shape;1660;p15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61" name="Google Shape;1661;p15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62" name="Google Shape;1662;p15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63" name="Google Shape;1663;p15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64" name="Google Shape;1664;p15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65" name="Google Shape;1665;p15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66" name="Google Shape;1666;p15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1667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p15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69" name="Google Shape;1669;p15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70" name="Google Shape;1670;p15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71" name="Google Shape;1671;p15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72" name="Google Shape;1672;p15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73" name="Google Shape;1673;p15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74" name="Google Shape;1674;p15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75" name="Google Shape;1675;p15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76" name="Google Shape;1676;p15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1677" name="Shape 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Google Shape;1678;p1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79" name="Google Shape;1679;p15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1680" name="Shape 1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Google Shape;1681;p15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82" name="Google Shape;1682;p15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683" name="Google Shape;1683;p15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684" name="Google Shape;1684;p15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85" name="Google Shape;1685;p1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86" name="Google Shape;1686;p15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687" name="Google Shape;1687;p15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1688" name="Shape 1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Google Shape;1689;p15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90" name="Google Shape;1690;p15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1" name="Google Shape;1691;p15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2" name="Google Shape;1692;p15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93" name="Google Shape;1693;p15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4" name="Google Shape;1694;p15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95" name="Google Shape;1695;p1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96" name="Google Shape;1696;p15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697" name="Google Shape;1697;p15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698" name="Google Shape;1698;p15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1699" name="Shape 1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Google Shape;1700;p15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170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p16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3" name="Google Shape;1703;p16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4" name="Google Shape;1704;p16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5" name="Google Shape;1705;p16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6" name="Google Shape;1706;p16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7" name="Google Shape;1707;p16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8" name="Google Shape;1708;p16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709" name="Google Shape;1709;p16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10" name="Google Shape;1710;p16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11" name="Google Shape;1711;p16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3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theme" Target="../theme/theme2.xml"/><Relationship Id="rId20" Type="http://schemas.openxmlformats.org/officeDocument/2006/relationships/slideLayout" Target="../slideLayouts/slideLayout59.xml"/><Relationship Id="rId22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60.xml"/><Relationship Id="rId24" Type="http://schemas.openxmlformats.org/officeDocument/2006/relationships/slideLayout" Target="../slideLayouts/slideLayout63.xml"/><Relationship Id="rId23" Type="http://schemas.openxmlformats.org/officeDocument/2006/relationships/slideLayout" Target="../slideLayouts/slideLayout62.xml"/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slideLayout" Target="../slideLayouts/slideLayout42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26" Type="http://schemas.openxmlformats.org/officeDocument/2006/relationships/slideLayout" Target="../slideLayouts/slideLayout65.xml"/><Relationship Id="rId25" Type="http://schemas.openxmlformats.org/officeDocument/2006/relationships/slideLayout" Target="../slideLayouts/slideLayout64.xml"/><Relationship Id="rId28" Type="http://schemas.openxmlformats.org/officeDocument/2006/relationships/slideLayout" Target="../slideLayouts/slideLayout67.xml"/><Relationship Id="rId27" Type="http://schemas.openxmlformats.org/officeDocument/2006/relationships/slideLayout" Target="../slideLayouts/slideLayout66.xml"/><Relationship Id="rId5" Type="http://schemas.openxmlformats.org/officeDocument/2006/relationships/slideLayout" Target="../slideLayouts/slideLayout44.xml"/><Relationship Id="rId6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68.xml"/><Relationship Id="rId7" Type="http://schemas.openxmlformats.org/officeDocument/2006/relationships/slideLayout" Target="../slideLayouts/slideLayout46.xml"/><Relationship Id="rId8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70.xml"/><Relationship Id="rId3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50.xml"/><Relationship Id="rId33" Type="http://schemas.openxmlformats.org/officeDocument/2006/relationships/slideLayout" Target="../slideLayouts/slideLayout72.xml"/><Relationship Id="rId10" Type="http://schemas.openxmlformats.org/officeDocument/2006/relationships/slideLayout" Target="../slideLayouts/slideLayout49.xml"/><Relationship Id="rId3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52.xml"/><Relationship Id="rId35" Type="http://schemas.openxmlformats.org/officeDocument/2006/relationships/slideLayout" Target="../slideLayouts/slideLayout74.xml"/><Relationship Id="rId12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73.xml"/><Relationship Id="rId15" Type="http://schemas.openxmlformats.org/officeDocument/2006/relationships/slideLayout" Target="../slideLayouts/slideLayout54.xml"/><Relationship Id="rId37" Type="http://schemas.openxmlformats.org/officeDocument/2006/relationships/slideLayout" Target="../slideLayouts/slideLayout76.xml"/><Relationship Id="rId14" Type="http://schemas.openxmlformats.org/officeDocument/2006/relationships/slideLayout" Target="../slideLayouts/slideLayout53.xml"/><Relationship Id="rId36" Type="http://schemas.openxmlformats.org/officeDocument/2006/relationships/slideLayout" Target="../slideLayouts/slideLayout75.xml"/><Relationship Id="rId17" Type="http://schemas.openxmlformats.org/officeDocument/2006/relationships/slideLayout" Target="../slideLayouts/slideLayout56.xml"/><Relationship Id="rId39" Type="http://schemas.openxmlformats.org/officeDocument/2006/relationships/slideLayout" Target="../slideLayouts/slideLayout78.xml"/><Relationship Id="rId16" Type="http://schemas.openxmlformats.org/officeDocument/2006/relationships/slideLayout" Target="../slideLayouts/slideLayout55.xml"/><Relationship Id="rId38" Type="http://schemas.openxmlformats.org/officeDocument/2006/relationships/slideLayout" Target="../slideLayouts/slideLayout77.xml"/><Relationship Id="rId19" Type="http://schemas.openxmlformats.org/officeDocument/2006/relationships/slideLayout" Target="../slideLayouts/slideLayout58.xml"/><Relationship Id="rId18" Type="http://schemas.openxmlformats.org/officeDocument/2006/relationships/slideLayout" Target="../slideLayouts/slideLayout57.xml"/></Relationships>
</file>

<file path=ppt/slideMasters/_rels/slideMaster3.xml.rels><?xml version="1.0" encoding="UTF-8" standalone="yes"?><Relationships xmlns="http://schemas.openxmlformats.org/package/2006/relationships"><Relationship Id="rId40" Type="http://schemas.openxmlformats.org/officeDocument/2006/relationships/theme" Target="../theme/theme4.xml"/><Relationship Id="rId20" Type="http://schemas.openxmlformats.org/officeDocument/2006/relationships/slideLayout" Target="../slideLayouts/slideLayout98.xml"/><Relationship Id="rId22" Type="http://schemas.openxmlformats.org/officeDocument/2006/relationships/slideLayout" Target="../slideLayouts/slideLayout100.xml"/><Relationship Id="rId21" Type="http://schemas.openxmlformats.org/officeDocument/2006/relationships/slideLayout" Target="../slideLayouts/slideLayout99.xml"/><Relationship Id="rId24" Type="http://schemas.openxmlformats.org/officeDocument/2006/relationships/slideLayout" Target="../slideLayouts/slideLayout102.xml"/><Relationship Id="rId23" Type="http://schemas.openxmlformats.org/officeDocument/2006/relationships/slideLayout" Target="../slideLayouts/slideLayout101.xml"/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7.xml"/><Relationship Id="rId26" Type="http://schemas.openxmlformats.org/officeDocument/2006/relationships/slideLayout" Target="../slideLayouts/slideLayout104.xml"/><Relationship Id="rId25" Type="http://schemas.openxmlformats.org/officeDocument/2006/relationships/slideLayout" Target="../slideLayouts/slideLayout103.xml"/><Relationship Id="rId28" Type="http://schemas.openxmlformats.org/officeDocument/2006/relationships/slideLayout" Target="../slideLayouts/slideLayout106.xml"/><Relationship Id="rId27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29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31" Type="http://schemas.openxmlformats.org/officeDocument/2006/relationships/slideLayout" Target="../slideLayouts/slideLayout109.xml"/><Relationship Id="rId30" Type="http://schemas.openxmlformats.org/officeDocument/2006/relationships/slideLayout" Target="../slideLayouts/slideLayout108.xml"/><Relationship Id="rId11" Type="http://schemas.openxmlformats.org/officeDocument/2006/relationships/slideLayout" Target="../slideLayouts/slideLayout89.xml"/><Relationship Id="rId33" Type="http://schemas.openxmlformats.org/officeDocument/2006/relationships/slideLayout" Target="../slideLayouts/slideLayout111.xml"/><Relationship Id="rId10" Type="http://schemas.openxmlformats.org/officeDocument/2006/relationships/slideLayout" Target="../slideLayouts/slideLayout88.xml"/><Relationship Id="rId32" Type="http://schemas.openxmlformats.org/officeDocument/2006/relationships/slideLayout" Target="../slideLayouts/slideLayout110.xml"/><Relationship Id="rId13" Type="http://schemas.openxmlformats.org/officeDocument/2006/relationships/slideLayout" Target="../slideLayouts/slideLayout91.xml"/><Relationship Id="rId35" Type="http://schemas.openxmlformats.org/officeDocument/2006/relationships/slideLayout" Target="../slideLayouts/slideLayout113.xml"/><Relationship Id="rId12" Type="http://schemas.openxmlformats.org/officeDocument/2006/relationships/slideLayout" Target="../slideLayouts/slideLayout90.xml"/><Relationship Id="rId34" Type="http://schemas.openxmlformats.org/officeDocument/2006/relationships/slideLayout" Target="../slideLayouts/slideLayout112.xml"/><Relationship Id="rId15" Type="http://schemas.openxmlformats.org/officeDocument/2006/relationships/slideLayout" Target="../slideLayouts/slideLayout93.xml"/><Relationship Id="rId37" Type="http://schemas.openxmlformats.org/officeDocument/2006/relationships/slideLayout" Target="../slideLayouts/slideLayout115.xml"/><Relationship Id="rId14" Type="http://schemas.openxmlformats.org/officeDocument/2006/relationships/slideLayout" Target="../slideLayouts/slideLayout92.xml"/><Relationship Id="rId36" Type="http://schemas.openxmlformats.org/officeDocument/2006/relationships/slideLayout" Target="../slideLayouts/slideLayout114.xml"/><Relationship Id="rId17" Type="http://schemas.openxmlformats.org/officeDocument/2006/relationships/slideLayout" Target="../slideLayouts/slideLayout95.xml"/><Relationship Id="rId39" Type="http://schemas.openxmlformats.org/officeDocument/2006/relationships/slideLayout" Target="../slideLayouts/slideLayout117.xml"/><Relationship Id="rId16" Type="http://schemas.openxmlformats.org/officeDocument/2006/relationships/slideLayout" Target="../slideLayouts/slideLayout94.xml"/><Relationship Id="rId38" Type="http://schemas.openxmlformats.org/officeDocument/2006/relationships/slideLayout" Target="../slideLayouts/slideLayout116.xml"/><Relationship Id="rId19" Type="http://schemas.openxmlformats.org/officeDocument/2006/relationships/slideLayout" Target="../slideLayouts/slideLayout97.xml"/><Relationship Id="rId18" Type="http://schemas.openxmlformats.org/officeDocument/2006/relationships/slideLayout" Target="../slideLayouts/slideLayout96.xml"/></Relationships>
</file>

<file path=ppt/slideMasters/_rels/slideMaster4.xml.rels><?xml version="1.0" encoding="UTF-8" standalone="yes"?><Relationships xmlns="http://schemas.openxmlformats.org/package/2006/relationships"><Relationship Id="rId40" Type="http://schemas.openxmlformats.org/officeDocument/2006/relationships/theme" Target="../theme/theme5.xml"/><Relationship Id="rId20" Type="http://schemas.openxmlformats.org/officeDocument/2006/relationships/slideLayout" Target="../slideLayouts/slideLayout137.xml"/><Relationship Id="rId22" Type="http://schemas.openxmlformats.org/officeDocument/2006/relationships/slideLayout" Target="../slideLayouts/slideLayout139.xml"/><Relationship Id="rId21" Type="http://schemas.openxmlformats.org/officeDocument/2006/relationships/slideLayout" Target="../slideLayouts/slideLayout138.xml"/><Relationship Id="rId24" Type="http://schemas.openxmlformats.org/officeDocument/2006/relationships/slideLayout" Target="../slideLayouts/slideLayout141.xml"/><Relationship Id="rId23" Type="http://schemas.openxmlformats.org/officeDocument/2006/relationships/slideLayout" Target="../slideLayouts/slideLayout140.xml"/><Relationship Id="rId1" Type="http://schemas.openxmlformats.org/officeDocument/2006/relationships/slideLayout" Target="../slideLayouts/slideLayout118.xml"/><Relationship Id="rId2" Type="http://schemas.openxmlformats.org/officeDocument/2006/relationships/slideLayout" Target="../slideLayouts/slideLayout119.xml"/><Relationship Id="rId3" Type="http://schemas.openxmlformats.org/officeDocument/2006/relationships/slideLayout" Target="../slideLayouts/slideLayout120.xml"/><Relationship Id="rId4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6.xml"/><Relationship Id="rId26" Type="http://schemas.openxmlformats.org/officeDocument/2006/relationships/slideLayout" Target="../slideLayouts/slideLayout143.xml"/><Relationship Id="rId25" Type="http://schemas.openxmlformats.org/officeDocument/2006/relationships/slideLayout" Target="../slideLayouts/slideLayout142.xml"/><Relationship Id="rId28" Type="http://schemas.openxmlformats.org/officeDocument/2006/relationships/slideLayout" Target="../slideLayouts/slideLayout145.xml"/><Relationship Id="rId27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3.xml"/><Relationship Id="rId29" Type="http://schemas.openxmlformats.org/officeDocument/2006/relationships/slideLayout" Target="../slideLayouts/slideLayout146.xml"/><Relationship Id="rId7" Type="http://schemas.openxmlformats.org/officeDocument/2006/relationships/slideLayout" Target="../slideLayouts/slideLayout124.xml"/><Relationship Id="rId8" Type="http://schemas.openxmlformats.org/officeDocument/2006/relationships/slideLayout" Target="../slideLayouts/slideLayout125.xml"/><Relationship Id="rId31" Type="http://schemas.openxmlformats.org/officeDocument/2006/relationships/slideLayout" Target="../slideLayouts/slideLayout148.xml"/><Relationship Id="rId30" Type="http://schemas.openxmlformats.org/officeDocument/2006/relationships/slideLayout" Target="../slideLayouts/slideLayout147.xml"/><Relationship Id="rId11" Type="http://schemas.openxmlformats.org/officeDocument/2006/relationships/slideLayout" Target="../slideLayouts/slideLayout128.xml"/><Relationship Id="rId33" Type="http://schemas.openxmlformats.org/officeDocument/2006/relationships/slideLayout" Target="../slideLayouts/slideLayout150.xml"/><Relationship Id="rId10" Type="http://schemas.openxmlformats.org/officeDocument/2006/relationships/slideLayout" Target="../slideLayouts/slideLayout127.xml"/><Relationship Id="rId32" Type="http://schemas.openxmlformats.org/officeDocument/2006/relationships/slideLayout" Target="../slideLayouts/slideLayout149.xml"/><Relationship Id="rId13" Type="http://schemas.openxmlformats.org/officeDocument/2006/relationships/slideLayout" Target="../slideLayouts/slideLayout130.xml"/><Relationship Id="rId35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29.xml"/><Relationship Id="rId34" Type="http://schemas.openxmlformats.org/officeDocument/2006/relationships/slideLayout" Target="../slideLayouts/slideLayout151.xml"/><Relationship Id="rId15" Type="http://schemas.openxmlformats.org/officeDocument/2006/relationships/slideLayout" Target="../slideLayouts/slideLayout132.xml"/><Relationship Id="rId37" Type="http://schemas.openxmlformats.org/officeDocument/2006/relationships/slideLayout" Target="../slideLayouts/slideLayout154.xml"/><Relationship Id="rId14" Type="http://schemas.openxmlformats.org/officeDocument/2006/relationships/slideLayout" Target="../slideLayouts/slideLayout131.xml"/><Relationship Id="rId36" Type="http://schemas.openxmlformats.org/officeDocument/2006/relationships/slideLayout" Target="../slideLayouts/slideLayout153.xml"/><Relationship Id="rId17" Type="http://schemas.openxmlformats.org/officeDocument/2006/relationships/slideLayout" Target="../slideLayouts/slideLayout134.xml"/><Relationship Id="rId39" Type="http://schemas.openxmlformats.org/officeDocument/2006/relationships/slideLayout" Target="../slideLayouts/slideLayout156.xml"/><Relationship Id="rId16" Type="http://schemas.openxmlformats.org/officeDocument/2006/relationships/slideLayout" Target="../slideLayouts/slideLayout133.xml"/><Relationship Id="rId38" Type="http://schemas.openxmlformats.org/officeDocument/2006/relationships/slideLayout" Target="../slideLayouts/slideLayout155.xml"/><Relationship Id="rId19" Type="http://schemas.openxmlformats.org/officeDocument/2006/relationships/slideLayout" Target="../slideLayouts/slideLayout136.xml"/><Relationship Id="rId18" Type="http://schemas.openxmlformats.org/officeDocument/2006/relationships/slideLayout" Target="../slideLayouts/slideLayout1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4" name="Google Shape;434;p4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5" name="Google Shape;435;p4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2" r:id="rId16"/>
    <p:sldLayoutId id="2147483703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709" r:id="rId23"/>
    <p:sldLayoutId id="2147483710" r:id="rId24"/>
    <p:sldLayoutId id="2147483711" r:id="rId25"/>
    <p:sldLayoutId id="2147483712" r:id="rId26"/>
    <p:sldLayoutId id="2147483713" r:id="rId27"/>
    <p:sldLayoutId id="2147483714" r:id="rId28"/>
    <p:sldLayoutId id="2147483715" r:id="rId29"/>
    <p:sldLayoutId id="2147483716" r:id="rId30"/>
    <p:sldLayoutId id="2147483717" r:id="rId31"/>
    <p:sldLayoutId id="2147483718" r:id="rId32"/>
    <p:sldLayoutId id="2147483719" r:id="rId33"/>
    <p:sldLayoutId id="2147483720" r:id="rId34"/>
    <p:sldLayoutId id="2147483721" r:id="rId35"/>
    <p:sldLayoutId id="2147483722" r:id="rId36"/>
    <p:sldLayoutId id="2147483723" r:id="rId37"/>
    <p:sldLayoutId id="2147483724" r:id="rId38"/>
    <p:sldLayoutId id="2147483725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8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59" name="Google Shape;859;p8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0" name="Google Shape;860;p8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741" r:id="rId16"/>
    <p:sldLayoutId id="2147483742" r:id="rId17"/>
    <p:sldLayoutId id="2147483743" r:id="rId18"/>
    <p:sldLayoutId id="2147483744" r:id="rId19"/>
    <p:sldLayoutId id="2147483745" r:id="rId20"/>
    <p:sldLayoutId id="2147483746" r:id="rId21"/>
    <p:sldLayoutId id="2147483747" r:id="rId22"/>
    <p:sldLayoutId id="2147483748" r:id="rId23"/>
    <p:sldLayoutId id="2147483749" r:id="rId24"/>
    <p:sldLayoutId id="2147483750" r:id="rId25"/>
    <p:sldLayoutId id="2147483751" r:id="rId26"/>
    <p:sldLayoutId id="2147483752" r:id="rId27"/>
    <p:sldLayoutId id="2147483753" r:id="rId28"/>
    <p:sldLayoutId id="2147483754" r:id="rId29"/>
    <p:sldLayoutId id="2147483755" r:id="rId30"/>
    <p:sldLayoutId id="2147483756" r:id="rId31"/>
    <p:sldLayoutId id="2147483757" r:id="rId32"/>
    <p:sldLayoutId id="2147483758" r:id="rId33"/>
    <p:sldLayoutId id="2147483759" r:id="rId34"/>
    <p:sldLayoutId id="2147483760" r:id="rId35"/>
    <p:sldLayoutId id="2147483761" r:id="rId36"/>
    <p:sldLayoutId id="2147483762" r:id="rId37"/>
    <p:sldLayoutId id="2147483763" r:id="rId38"/>
    <p:sldLayoutId id="2147483764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1284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12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286" name="Google Shape;1286;p12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287" name="Google Shape;1287;p12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  <p:sldLayoutId id="2147483778" r:id="rId14"/>
    <p:sldLayoutId id="2147483779" r:id="rId15"/>
    <p:sldLayoutId id="2147483780" r:id="rId16"/>
    <p:sldLayoutId id="2147483781" r:id="rId17"/>
    <p:sldLayoutId id="2147483782" r:id="rId18"/>
    <p:sldLayoutId id="2147483783" r:id="rId19"/>
    <p:sldLayoutId id="2147483784" r:id="rId20"/>
    <p:sldLayoutId id="2147483785" r:id="rId21"/>
    <p:sldLayoutId id="2147483786" r:id="rId22"/>
    <p:sldLayoutId id="2147483787" r:id="rId23"/>
    <p:sldLayoutId id="2147483788" r:id="rId24"/>
    <p:sldLayoutId id="2147483789" r:id="rId25"/>
    <p:sldLayoutId id="2147483790" r:id="rId26"/>
    <p:sldLayoutId id="2147483791" r:id="rId27"/>
    <p:sldLayoutId id="2147483792" r:id="rId28"/>
    <p:sldLayoutId id="2147483793" r:id="rId29"/>
    <p:sldLayoutId id="2147483794" r:id="rId30"/>
    <p:sldLayoutId id="2147483795" r:id="rId31"/>
    <p:sldLayoutId id="2147483796" r:id="rId32"/>
    <p:sldLayoutId id="2147483797" r:id="rId33"/>
    <p:sldLayoutId id="2147483798" r:id="rId34"/>
    <p:sldLayoutId id="2147483799" r:id="rId35"/>
    <p:sldLayoutId id="2147483800" r:id="rId36"/>
    <p:sldLayoutId id="2147483801" r:id="rId37"/>
    <p:sldLayoutId id="2147483802" r:id="rId38"/>
    <p:sldLayoutId id="2147483803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jpg"/><Relationship Id="rId4" Type="http://schemas.openxmlformats.org/officeDocument/2006/relationships/image" Target="../media/image1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5" name="Shape 1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6" name="Google Shape;1716;p161"/>
          <p:cNvSpPr/>
          <p:nvPr/>
        </p:nvSpPr>
        <p:spPr>
          <a:xfrm>
            <a:off x="228600" y="4113375"/>
            <a:ext cx="1399200" cy="33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7" name="Google Shape;1717;p161"/>
          <p:cNvSpPr/>
          <p:nvPr/>
        </p:nvSpPr>
        <p:spPr>
          <a:xfrm>
            <a:off x="1719175" y="4113375"/>
            <a:ext cx="1399200" cy="33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8" name="Google Shape;1718;p161"/>
          <p:cNvSpPr txBox="1"/>
          <p:nvPr>
            <p:ph type="title"/>
          </p:nvPr>
        </p:nvSpPr>
        <p:spPr>
          <a:xfrm>
            <a:off x="3061200" y="1932350"/>
            <a:ext cx="3115500" cy="746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b="1"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IRON LENS</a:t>
            </a:r>
            <a:endParaRPr b="1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9" name="Google Shape;1719;p161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1" lang="en" sz="1400"/>
              <a:t>CASPTONE</a:t>
            </a:r>
            <a:endParaRPr b="1" i="1" sz="14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0" name="Google Shape;1720;p161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1" lang="en" sz="1400"/>
              <a:t>V005</a:t>
            </a:r>
            <a:endParaRPr b="1" i="1" sz="14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1" name="Google Shape;1721;p16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722" name="Google Shape;1722;p16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23" name="Google Shape;1723;p16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24" name="Google Shape;1724;p161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Daniel Aceituno</a:t>
            </a:r>
            <a:endParaRPr/>
          </a:p>
        </p:txBody>
      </p:sp>
      <p:sp>
        <p:nvSpPr>
          <p:cNvPr id="1725" name="Google Shape;1725;p161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Fabian Alarcon</a:t>
            </a:r>
            <a:endParaRPr/>
          </a:p>
        </p:txBody>
      </p:sp>
      <p:pic>
        <p:nvPicPr>
          <p:cNvPr id="1726" name="Google Shape;1726;p1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513" y="228600"/>
            <a:ext cx="2780225" cy="683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0" name="Shape 1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1" name="Google Shape;1731;p16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32" name="Google Shape;1732;p16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33" name="Google Shape;1733;p16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CAPSTONE	</a:t>
            </a:r>
            <a:endParaRPr/>
          </a:p>
        </p:txBody>
      </p:sp>
      <p:pic>
        <p:nvPicPr>
          <p:cNvPr id="1734" name="Google Shape;1734;p162"/>
          <p:cNvPicPr preferRelativeResize="0"/>
          <p:nvPr/>
        </p:nvPicPr>
        <p:blipFill rotWithShape="1">
          <a:blip r:embed="rId3">
            <a:alphaModFix/>
          </a:blip>
          <a:srcRect b="0" l="0" r="567" t="0"/>
          <a:stretch/>
        </p:blipFill>
        <p:spPr>
          <a:xfrm>
            <a:off x="920400" y="679975"/>
            <a:ext cx="7168525" cy="3637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8" name="Shape 1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Google Shape;1739;p16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Quarter Month</a:t>
            </a:r>
            <a:endParaRPr/>
          </a:p>
        </p:txBody>
      </p:sp>
      <p:sp>
        <p:nvSpPr>
          <p:cNvPr id="1740" name="Google Shape;1740;p16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Year</a:t>
            </a:r>
            <a:endParaRPr/>
          </a:p>
        </p:txBody>
      </p:sp>
      <p:sp>
        <p:nvSpPr>
          <p:cNvPr id="1741" name="Google Shape;1741;p163"/>
          <p:cNvSpPr txBox="1"/>
          <p:nvPr>
            <p:ph type="title"/>
          </p:nvPr>
        </p:nvSpPr>
        <p:spPr>
          <a:xfrm>
            <a:off x="228600" y="290448"/>
            <a:ext cx="3655800" cy="1440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 general</a:t>
            </a:r>
            <a:endParaRPr/>
          </a:p>
        </p:txBody>
      </p:sp>
      <p:sp>
        <p:nvSpPr>
          <p:cNvPr id="1742" name="Google Shape;1742;p163"/>
          <p:cNvSpPr txBox="1"/>
          <p:nvPr>
            <p:ph idx="1" type="subTitle"/>
          </p:nvPr>
        </p:nvSpPr>
        <p:spPr>
          <a:xfrm>
            <a:off x="4525088" y="3622825"/>
            <a:ext cx="3926400" cy="1009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 sz="1400">
                <a:solidFill>
                  <a:schemeClr val="dk2"/>
                </a:solidFill>
              </a:rPr>
              <a:t>Desarrollar una aplicación móvil que integre visión computacional, modelos de lenguaje e infraestructura cloud para automatizar el reconocimiento de equipamiento, la planificación del entrenamiento y el seguimiento del rendimiento físico del usuario. </a:t>
            </a:r>
            <a:endParaRPr sz="1400">
              <a:solidFill>
                <a:schemeClr val="dk2"/>
              </a:solidFill>
            </a:endParaRPr>
          </a:p>
        </p:txBody>
      </p:sp>
      <p:sp>
        <p:nvSpPr>
          <p:cNvPr id="1743" name="Google Shape;1743;p16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CAPSTONE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/>
          </a:p>
        </p:txBody>
      </p:sp>
      <p:pic>
        <p:nvPicPr>
          <p:cNvPr id="1744" name="Google Shape;1744;p163" title="Screenshot_20260619_144938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3087" y="277824"/>
            <a:ext cx="1210425" cy="2623212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pic>
        <p:nvPicPr>
          <p:cNvPr id="1745" name="Google Shape;1745;p163" title="Screenshot_20260619_144946.jpg"/>
          <p:cNvPicPr preferRelativeResize="0"/>
          <p:nvPr/>
        </p:nvPicPr>
        <p:blipFill rotWithShape="1">
          <a:blip r:embed="rId4">
            <a:alphaModFix/>
          </a:blip>
          <a:srcRect b="50" l="0" r="0" t="40"/>
          <a:stretch/>
        </p:blipFill>
        <p:spPr>
          <a:xfrm>
            <a:off x="5883063" y="704225"/>
            <a:ext cx="1210425" cy="2620948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9" name="Shape 1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0" name="Google Shape;1750;p164"/>
          <p:cNvSpPr/>
          <p:nvPr/>
        </p:nvSpPr>
        <p:spPr>
          <a:xfrm>
            <a:off x="275250" y="1453250"/>
            <a:ext cx="4143000" cy="15543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51" name="Google Shape;1751;p16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752" name="Google Shape;1752;p16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53" name="Google Shape;1753;p16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54" name="Google Shape;1754;p164"/>
          <p:cNvSpPr txBox="1"/>
          <p:nvPr>
            <p:ph type="title"/>
          </p:nvPr>
        </p:nvSpPr>
        <p:spPr>
          <a:xfrm>
            <a:off x="186300" y="200400"/>
            <a:ext cx="3904500" cy="98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Objetivos especificos</a:t>
            </a:r>
            <a:endParaRPr/>
          </a:p>
        </p:txBody>
      </p:sp>
      <p:sp>
        <p:nvSpPr>
          <p:cNvPr id="1755" name="Google Shape;1755;p164"/>
          <p:cNvSpPr txBox="1"/>
          <p:nvPr>
            <p:ph idx="4" type="subTitle"/>
          </p:nvPr>
        </p:nvSpPr>
        <p:spPr>
          <a:xfrm>
            <a:off x="2168550" y="1453250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1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56" name="Google Shape;1756;p164"/>
          <p:cNvSpPr txBox="1"/>
          <p:nvPr>
            <p:ph idx="13" type="subTitle"/>
          </p:nvPr>
        </p:nvSpPr>
        <p:spPr>
          <a:xfrm>
            <a:off x="383250" y="1544600"/>
            <a:ext cx="4080900" cy="1466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Reducir la barrera de entrada para usuarios novatos mediante la identificación automática de maquinaria de gimnasio por visión computacional, eliminando la curva de aprendizaje al iniciar un entrenamiento.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7" name="Google Shape;1757;p164"/>
          <p:cNvSpPr/>
          <p:nvPr/>
        </p:nvSpPr>
        <p:spPr>
          <a:xfrm>
            <a:off x="4625650" y="46750"/>
            <a:ext cx="4143000" cy="14631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58" name="Google Shape;1758;p164"/>
          <p:cNvSpPr txBox="1"/>
          <p:nvPr>
            <p:ph idx="4" type="subTitle"/>
          </p:nvPr>
        </p:nvSpPr>
        <p:spPr>
          <a:xfrm>
            <a:off x="6518950" y="46750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2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59" name="Google Shape;1759;p164"/>
          <p:cNvSpPr txBox="1"/>
          <p:nvPr>
            <p:ph idx="13" type="subTitle"/>
          </p:nvPr>
        </p:nvSpPr>
        <p:spPr>
          <a:xfrm>
            <a:off x="4733650" y="335350"/>
            <a:ext cx="4182000" cy="1329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Implementar un motor de generación de rutinas que adapte dinámicamente los ejercicios, volumen e intensidad según el equipamiento disponible y el perfil físico del usuario.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0" name="Google Shape;1760;p164"/>
          <p:cNvSpPr/>
          <p:nvPr/>
        </p:nvSpPr>
        <p:spPr>
          <a:xfrm>
            <a:off x="4625650" y="1544599"/>
            <a:ext cx="4143000" cy="14664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1" name="Google Shape;1761;p164"/>
          <p:cNvSpPr txBox="1"/>
          <p:nvPr>
            <p:ph idx="4" type="subTitle"/>
          </p:nvPr>
        </p:nvSpPr>
        <p:spPr>
          <a:xfrm>
            <a:off x="6518950" y="1544588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3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62" name="Google Shape;1762;p164"/>
          <p:cNvSpPr txBox="1"/>
          <p:nvPr>
            <p:ph idx="13" type="subTitle"/>
          </p:nvPr>
        </p:nvSpPr>
        <p:spPr>
          <a:xfrm>
            <a:off x="4733650" y="1825449"/>
            <a:ext cx="4080900" cy="1068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Asegurar el registro completo de cada sesión transformando los datos de series, repeticiones y peso en métricas de progreso visualizables por el usuario.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3" name="Google Shape;1763;p164"/>
          <p:cNvSpPr/>
          <p:nvPr/>
        </p:nvSpPr>
        <p:spPr>
          <a:xfrm>
            <a:off x="4679650" y="3038900"/>
            <a:ext cx="4143000" cy="15003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4" name="Google Shape;1764;p164"/>
          <p:cNvSpPr txBox="1"/>
          <p:nvPr>
            <p:ph idx="4" type="subTitle"/>
          </p:nvPr>
        </p:nvSpPr>
        <p:spPr>
          <a:xfrm>
            <a:off x="6572950" y="3038900"/>
            <a:ext cx="322500" cy="27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5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65" name="Google Shape;1765;p164"/>
          <p:cNvSpPr txBox="1"/>
          <p:nvPr>
            <p:ph idx="13" type="subTitle"/>
          </p:nvPr>
        </p:nvSpPr>
        <p:spPr>
          <a:xfrm>
            <a:off x="4787650" y="3326218"/>
            <a:ext cx="4080900" cy="10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Diseñar una interfaz móvil intuitiva y fluida que permita al usuario registrar su entrenamiento, visualizar su progreso y acceder a sus rutinas en el menor número de pasos posible </a:t>
            </a:r>
            <a:endParaRPr/>
          </a:p>
        </p:txBody>
      </p:sp>
      <p:sp>
        <p:nvSpPr>
          <p:cNvPr id="1766" name="Google Shape;1766;p164"/>
          <p:cNvSpPr/>
          <p:nvPr/>
        </p:nvSpPr>
        <p:spPr>
          <a:xfrm>
            <a:off x="235350" y="3091612"/>
            <a:ext cx="4143000" cy="15003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7" name="Google Shape;1767;p164"/>
          <p:cNvSpPr txBox="1"/>
          <p:nvPr>
            <p:ph idx="4" type="subTitle"/>
          </p:nvPr>
        </p:nvSpPr>
        <p:spPr>
          <a:xfrm>
            <a:off x="2121325" y="3081649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4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68" name="Google Shape;1768;p164"/>
          <p:cNvSpPr txBox="1"/>
          <p:nvPr>
            <p:ph idx="13" type="subTitle"/>
          </p:nvPr>
        </p:nvSpPr>
        <p:spPr>
          <a:xfrm>
            <a:off x="289350" y="3450906"/>
            <a:ext cx="4080900" cy="10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Implementar un sistema de seguimiento que analice la tendencia de los últimos 7 días y sugiera ajustes de carga cuando el usuario supera umbrales de mejora.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69" name="Google Shape;1769;p1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15356"/>
            <a:ext cx="9144003" cy="47863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3" name="Shape 1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Google Shape;1774;p165"/>
          <p:cNvSpPr/>
          <p:nvPr/>
        </p:nvSpPr>
        <p:spPr>
          <a:xfrm>
            <a:off x="275250" y="1453250"/>
            <a:ext cx="4143000" cy="15543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75" name="Google Shape;1775;p16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776" name="Google Shape;1776;p16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77" name="Google Shape;1777;p16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78" name="Google Shape;1778;p165"/>
          <p:cNvSpPr txBox="1"/>
          <p:nvPr>
            <p:ph type="title"/>
          </p:nvPr>
        </p:nvSpPr>
        <p:spPr>
          <a:xfrm>
            <a:off x="186300" y="200400"/>
            <a:ext cx="3904500" cy="98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Objetivos especificos</a:t>
            </a:r>
            <a:endParaRPr/>
          </a:p>
        </p:txBody>
      </p:sp>
      <p:sp>
        <p:nvSpPr>
          <p:cNvPr id="1779" name="Google Shape;1779;p165"/>
          <p:cNvSpPr txBox="1"/>
          <p:nvPr>
            <p:ph idx="4" type="subTitle"/>
          </p:nvPr>
        </p:nvSpPr>
        <p:spPr>
          <a:xfrm>
            <a:off x="2168550" y="1453250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1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80" name="Google Shape;1780;p165"/>
          <p:cNvSpPr txBox="1"/>
          <p:nvPr>
            <p:ph idx="13" type="subTitle"/>
          </p:nvPr>
        </p:nvSpPr>
        <p:spPr>
          <a:xfrm>
            <a:off x="383250" y="1544600"/>
            <a:ext cx="4080900" cy="1466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Reducir la barrera de entrada para usuarios novatos mediante la identificación automática de maquinaria de gimnasio por visión computacional, eliminando la curva de aprendizaje al iniciar un entrenamiento.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1" name="Google Shape;1781;p165"/>
          <p:cNvSpPr/>
          <p:nvPr/>
        </p:nvSpPr>
        <p:spPr>
          <a:xfrm>
            <a:off x="4625650" y="46750"/>
            <a:ext cx="4143000" cy="14631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82" name="Google Shape;1782;p165"/>
          <p:cNvSpPr txBox="1"/>
          <p:nvPr>
            <p:ph idx="4" type="subTitle"/>
          </p:nvPr>
        </p:nvSpPr>
        <p:spPr>
          <a:xfrm>
            <a:off x="6518950" y="46750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2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83" name="Google Shape;1783;p165"/>
          <p:cNvSpPr txBox="1"/>
          <p:nvPr>
            <p:ph idx="13" type="subTitle"/>
          </p:nvPr>
        </p:nvSpPr>
        <p:spPr>
          <a:xfrm>
            <a:off x="4733650" y="335350"/>
            <a:ext cx="4182000" cy="1329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Implementar un motor de generación de rutinas que adapte dinámicamente los ejercicios, volumen e intensidad según el equipamiento disponible y el perfil físico del usuario.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4" name="Google Shape;1784;p165"/>
          <p:cNvSpPr/>
          <p:nvPr/>
        </p:nvSpPr>
        <p:spPr>
          <a:xfrm>
            <a:off x="4625650" y="1544599"/>
            <a:ext cx="4143000" cy="14664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85" name="Google Shape;1785;p165"/>
          <p:cNvSpPr txBox="1"/>
          <p:nvPr>
            <p:ph idx="4" type="subTitle"/>
          </p:nvPr>
        </p:nvSpPr>
        <p:spPr>
          <a:xfrm>
            <a:off x="6518950" y="1544588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3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86" name="Google Shape;1786;p165"/>
          <p:cNvSpPr txBox="1"/>
          <p:nvPr>
            <p:ph idx="13" type="subTitle"/>
          </p:nvPr>
        </p:nvSpPr>
        <p:spPr>
          <a:xfrm>
            <a:off x="4733650" y="1825449"/>
            <a:ext cx="4080900" cy="1068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Asegurar el registro completo de cada sesión transformando los datos de series, repeticiones y peso en métricas de progreso visualizables por el usuario.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7" name="Google Shape;1787;p165"/>
          <p:cNvSpPr/>
          <p:nvPr/>
        </p:nvSpPr>
        <p:spPr>
          <a:xfrm>
            <a:off x="4679650" y="3038900"/>
            <a:ext cx="4143000" cy="15003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88" name="Google Shape;1788;p165"/>
          <p:cNvSpPr txBox="1"/>
          <p:nvPr>
            <p:ph idx="4" type="subTitle"/>
          </p:nvPr>
        </p:nvSpPr>
        <p:spPr>
          <a:xfrm>
            <a:off x="6572950" y="3038900"/>
            <a:ext cx="322500" cy="27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5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89" name="Google Shape;1789;p165"/>
          <p:cNvSpPr txBox="1"/>
          <p:nvPr>
            <p:ph idx="13" type="subTitle"/>
          </p:nvPr>
        </p:nvSpPr>
        <p:spPr>
          <a:xfrm>
            <a:off x="4787650" y="3326218"/>
            <a:ext cx="4080900" cy="10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Diseñar una interfaz móvil intuitiva y fluida que permita al usuario registrar su entrenamiento, visualizar su progreso y acceder a sus rutinas en el menor número de pasos posible </a:t>
            </a:r>
            <a:endParaRPr/>
          </a:p>
        </p:txBody>
      </p:sp>
      <p:sp>
        <p:nvSpPr>
          <p:cNvPr id="1790" name="Google Shape;1790;p165"/>
          <p:cNvSpPr/>
          <p:nvPr/>
        </p:nvSpPr>
        <p:spPr>
          <a:xfrm>
            <a:off x="235350" y="3091612"/>
            <a:ext cx="4143000" cy="15003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91" name="Google Shape;1791;p165"/>
          <p:cNvSpPr txBox="1"/>
          <p:nvPr>
            <p:ph idx="4" type="subTitle"/>
          </p:nvPr>
        </p:nvSpPr>
        <p:spPr>
          <a:xfrm>
            <a:off x="2121325" y="3081649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4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92" name="Google Shape;1792;p165"/>
          <p:cNvSpPr txBox="1"/>
          <p:nvPr>
            <p:ph idx="13" type="subTitle"/>
          </p:nvPr>
        </p:nvSpPr>
        <p:spPr>
          <a:xfrm>
            <a:off x="289350" y="3450906"/>
            <a:ext cx="4080900" cy="10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Implementar un sistema de seguimiento que analice la tendencia de los últimos 7 días y sugiera ajustes de carga cuando el usuario supera umbrales de mejora.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93" name="Google Shape;1793;p1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59775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7" name="Shape 1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8" name="Google Shape;1798;p166"/>
          <p:cNvSpPr txBox="1"/>
          <p:nvPr>
            <p:ph type="title"/>
          </p:nvPr>
        </p:nvSpPr>
        <p:spPr>
          <a:xfrm>
            <a:off x="228600" y="613525"/>
            <a:ext cx="44388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Alcance del proyecto</a:t>
            </a:r>
            <a:endParaRPr/>
          </a:p>
        </p:txBody>
      </p:sp>
      <p:sp>
        <p:nvSpPr>
          <p:cNvPr id="1799" name="Google Shape;1799;p166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00" name="Google Shape;1800;p166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01" name="Google Shape;1801;p166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802" name="Google Shape;1802;p166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Date</a:t>
            </a:r>
            <a:endParaRPr/>
          </a:p>
        </p:txBody>
      </p:sp>
      <p:pic>
        <p:nvPicPr>
          <p:cNvPr id="1803" name="Google Shape;1803;p1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25" y="1150826"/>
            <a:ext cx="8319101" cy="304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7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167"/>
          <p:cNvSpPr txBox="1"/>
          <p:nvPr>
            <p:ph type="title"/>
          </p:nvPr>
        </p:nvSpPr>
        <p:spPr>
          <a:xfrm>
            <a:off x="228600" y="613525"/>
            <a:ext cx="53691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Limitaciones del proyecto</a:t>
            </a:r>
            <a:endParaRPr/>
          </a:p>
        </p:txBody>
      </p:sp>
      <p:sp>
        <p:nvSpPr>
          <p:cNvPr id="1809" name="Google Shape;1809;p167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10" name="Google Shape;1810;p167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11" name="Google Shape;1811;p167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812" name="Google Shape;1812;p167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Date</a:t>
            </a:r>
            <a:endParaRPr/>
          </a:p>
        </p:txBody>
      </p:sp>
      <p:pic>
        <p:nvPicPr>
          <p:cNvPr id="1813" name="Google Shape;1813;p1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7428" y="1209000"/>
            <a:ext cx="4702999" cy="322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7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p168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19" name="Google Shape;1819;p168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20" name="Google Shape;1820;p168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821" name="Google Shape;1821;p168"/>
          <p:cNvSpPr txBox="1"/>
          <p:nvPr>
            <p:ph type="title"/>
          </p:nvPr>
        </p:nvSpPr>
        <p:spPr>
          <a:xfrm>
            <a:off x="228600" y="613525"/>
            <a:ext cx="6182400" cy="53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Metodología Scrum </a:t>
            </a:r>
            <a:endParaRPr/>
          </a:p>
        </p:txBody>
      </p:sp>
      <p:sp>
        <p:nvSpPr>
          <p:cNvPr id="1822" name="Google Shape;1822;p168"/>
          <p:cNvSpPr txBox="1"/>
          <p:nvPr/>
        </p:nvSpPr>
        <p:spPr>
          <a:xfrm>
            <a:off x="381000" y="1349375"/>
            <a:ext cx="6556200" cy="31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El desarrollo de IronLens se organizó bajo el marco Scrum, dividiendo el trabajo en sprints incrementales de 1 a 3 semanas, cada uno asociado a un Epic funcional del producto 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5 sprints de desarrollo + 1 sprint de cierre, distribuidos en 10 semanas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Cada sprint entrega un módulo funcional completo y demostrabl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 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Backlog organizado por Epics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Duración de sprint ajustada según complejidad técnica 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Validación incremental cada sprint cierra con una entrega revisable antes de avanzar al siguiente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6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169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28" name="Google Shape;1828;p169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29" name="Google Shape;1829;p169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1830" name="Google Shape;1830;p1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362" y="0"/>
            <a:ext cx="8291277" cy="4675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4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Google Shape;1835;p170"/>
          <p:cNvSpPr txBox="1"/>
          <p:nvPr>
            <p:ph type="title"/>
          </p:nvPr>
        </p:nvSpPr>
        <p:spPr>
          <a:xfrm>
            <a:off x="228600" y="457200"/>
            <a:ext cx="68415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Arquitectura </a:t>
            </a:r>
            <a:endParaRPr/>
          </a:p>
        </p:txBody>
      </p:sp>
      <p:sp>
        <p:nvSpPr>
          <p:cNvPr id="1836" name="Google Shape;1836;p170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37" name="Google Shape;1837;p170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38" name="Google Shape;1838;p170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1839" name="Google Shape;1839;p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6325" y="937825"/>
            <a:ext cx="6647849" cy="3745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3" name="Shape 1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Google Shape;1844;p171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45" name="Google Shape;1845;p171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46" name="Google Shape;1846;p171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1847" name="Google Shape;1847;p1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1" y="0"/>
            <a:ext cx="7015690" cy="467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1" name="Shape 1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Google Shape;1852;p172"/>
          <p:cNvSpPr txBox="1"/>
          <p:nvPr>
            <p:ph type="title"/>
          </p:nvPr>
        </p:nvSpPr>
        <p:spPr>
          <a:xfrm>
            <a:off x="228600" y="613525"/>
            <a:ext cx="68415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Stack Tecnologico</a:t>
            </a:r>
            <a:endParaRPr/>
          </a:p>
        </p:txBody>
      </p:sp>
      <p:sp>
        <p:nvSpPr>
          <p:cNvPr id="1853" name="Google Shape;1853;p172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54" name="Google Shape;1854;p172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55" name="Google Shape;1855;p172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856" name="Google Shape;1856;p172"/>
          <p:cNvSpPr/>
          <p:nvPr/>
        </p:nvSpPr>
        <p:spPr>
          <a:xfrm>
            <a:off x="381000" y="1735800"/>
            <a:ext cx="2101200" cy="19497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57" name="Google Shape;1857;p172"/>
          <p:cNvSpPr/>
          <p:nvPr/>
        </p:nvSpPr>
        <p:spPr>
          <a:xfrm>
            <a:off x="2574427" y="1735800"/>
            <a:ext cx="2101200" cy="19497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58" name="Google Shape;1858;p172"/>
          <p:cNvSpPr/>
          <p:nvPr/>
        </p:nvSpPr>
        <p:spPr>
          <a:xfrm>
            <a:off x="6966025" y="1735800"/>
            <a:ext cx="2093100" cy="19497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59" name="Google Shape;1859;p172"/>
          <p:cNvSpPr/>
          <p:nvPr/>
        </p:nvSpPr>
        <p:spPr>
          <a:xfrm>
            <a:off x="4767814" y="1735800"/>
            <a:ext cx="2101200" cy="19497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60" name="Google Shape;1860;p172"/>
          <p:cNvSpPr txBox="1"/>
          <p:nvPr>
            <p:ph idx="16" type="subTitle"/>
          </p:nvPr>
        </p:nvSpPr>
        <p:spPr>
          <a:xfrm>
            <a:off x="813025" y="2076825"/>
            <a:ext cx="847500" cy="2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EFEFEF"/>
                </a:solidFill>
              </a:rPr>
              <a:t>Flutter</a:t>
            </a:r>
            <a:endParaRPr b="1" sz="1200">
              <a:solidFill>
                <a:srgbClr val="EFEFEF"/>
              </a:solidFill>
            </a:endParaRPr>
          </a:p>
        </p:txBody>
      </p:sp>
      <p:sp>
        <p:nvSpPr>
          <p:cNvPr id="1861" name="Google Shape;1861;p172"/>
          <p:cNvSpPr txBox="1"/>
          <p:nvPr>
            <p:ph idx="2" type="body"/>
          </p:nvPr>
        </p:nvSpPr>
        <p:spPr>
          <a:xfrm>
            <a:off x="515875" y="3004950"/>
            <a:ext cx="1826700" cy="477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Frontend móvil ·  Android </a:t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Dart</a:t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2" name="Google Shape;1862;p172"/>
          <p:cNvSpPr txBox="1"/>
          <p:nvPr>
            <p:ph idx="4294967295" type="body"/>
          </p:nvPr>
        </p:nvSpPr>
        <p:spPr>
          <a:xfrm>
            <a:off x="2727563" y="2876625"/>
            <a:ext cx="1794900" cy="85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Base de datos y autenticación </a:t>
            </a:r>
            <a:endParaRPr sz="900"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RLS </a:t>
            </a:r>
            <a:endParaRPr sz="900"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Auth · Storage </a:t>
            </a:r>
            <a:endParaRPr sz="900"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Realtime · SDK Flutter </a:t>
            </a:r>
            <a:endParaRPr sz="900"/>
          </a:p>
        </p:txBody>
      </p:sp>
      <p:sp>
        <p:nvSpPr>
          <p:cNvPr id="1863" name="Google Shape;1863;p172"/>
          <p:cNvSpPr txBox="1"/>
          <p:nvPr>
            <p:ph idx="7" type="subTitle"/>
          </p:nvPr>
        </p:nvSpPr>
        <p:spPr>
          <a:xfrm>
            <a:off x="5260898" y="2165325"/>
            <a:ext cx="1002600" cy="204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latin typeface="Urbanist"/>
                <a:ea typeface="Urbanist"/>
                <a:cs typeface="Urbanist"/>
                <a:sym typeface="Urbanist"/>
              </a:rPr>
              <a:t>Fast API</a:t>
            </a:r>
            <a:endParaRPr b="1" sz="1200"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64" name="Google Shape;1864;p172"/>
          <p:cNvSpPr txBox="1"/>
          <p:nvPr>
            <p:ph idx="4294967295" type="body"/>
          </p:nvPr>
        </p:nvSpPr>
        <p:spPr>
          <a:xfrm>
            <a:off x="4907475" y="3065775"/>
            <a:ext cx="1826700" cy="47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Backend · Render </a:t>
            </a:r>
            <a:endParaRPr sz="1000"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Python · REST API </a:t>
            </a:r>
            <a:endParaRPr sz="1000"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/>
          </a:p>
        </p:txBody>
      </p:sp>
      <p:sp>
        <p:nvSpPr>
          <p:cNvPr id="1865" name="Google Shape;1865;p172"/>
          <p:cNvSpPr txBox="1"/>
          <p:nvPr>
            <p:ph idx="4294967295" type="body"/>
          </p:nvPr>
        </p:nvSpPr>
        <p:spPr>
          <a:xfrm>
            <a:off x="7114375" y="2964300"/>
            <a:ext cx="1791600" cy="47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IA</a:t>
            </a:r>
            <a:endParaRPr sz="1000"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Visión computacional </a:t>
            </a:r>
            <a:endParaRPr sz="1000"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Generación de rutinas LLM </a:t>
            </a:r>
            <a:endParaRPr sz="1000"/>
          </a:p>
        </p:txBody>
      </p:sp>
      <p:pic>
        <p:nvPicPr>
          <p:cNvPr id="1866" name="Google Shape;1866;p1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9225" y="2179187"/>
            <a:ext cx="1402000" cy="78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7" name="Google Shape;1867;p1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08700" y="2230114"/>
            <a:ext cx="1432625" cy="6832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8" name="Google Shape;1868;p1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56225" y="2143575"/>
            <a:ext cx="1529200" cy="856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9" name="Google Shape;1869;p17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021138" y="2274751"/>
            <a:ext cx="1978076" cy="5940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3" name="Shape 1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Google Shape;1874;p17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75" name="Google Shape;1875;p17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76" name="Google Shape;1876;p17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877" name="Google Shape;1877;p173"/>
          <p:cNvSpPr txBox="1"/>
          <p:nvPr>
            <p:ph type="title"/>
          </p:nvPr>
        </p:nvSpPr>
        <p:spPr>
          <a:xfrm>
            <a:off x="228600" y="613525"/>
            <a:ext cx="6841500" cy="53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Exposición del sistema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p174"/>
          <p:cNvSpPr txBox="1"/>
          <p:nvPr>
            <p:ph type="title"/>
          </p:nvPr>
        </p:nvSpPr>
        <p:spPr>
          <a:xfrm>
            <a:off x="2839950" y="1895400"/>
            <a:ext cx="3464100" cy="746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>
                <a:solidFill>
                  <a:schemeClr val="lt1"/>
                </a:solidFill>
              </a:rPr>
              <a:t>cierre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883" name="Google Shape;1883;p17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84" name="Google Shape;1884;p17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85" name="Google Shape;1885;p17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1886" name="Google Shape;1886;p1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513" y="228600"/>
            <a:ext cx="2780225" cy="683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