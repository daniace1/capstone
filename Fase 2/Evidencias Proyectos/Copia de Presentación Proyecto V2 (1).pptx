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3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04" r:id="rId1"/>
    <p:sldMasterId id="2147483805" r:id="rId2"/>
    <p:sldMasterId id="2147483806" r:id="rId3"/>
    <p:sldMasterId id="2147483807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6858000" cy="9144000"/>
  <p:embeddedFontLs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  <p:embeddedFont>
      <p:font typeface="Urbanist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97CC3-779E-4797-8067-E2F55847DD13}" v="10" dt="2026-07-03T04:05:30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5" autoAdjust="0"/>
    <p:restoredTop sz="94660"/>
  </p:normalViewPr>
  <p:slideViewPr>
    <p:cSldViewPr snapToGrid="0">
      <p:cViewPr>
        <p:scale>
          <a:sx n="125" d="100"/>
          <a:sy n="125" d="100"/>
        </p:scale>
        <p:origin x="450" y="3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alarcon carrasco" userId="7f2306910a492e58" providerId="LiveId" clId="{F15C3417-58D5-483F-AB5F-BFD5DBC86F10}"/>
    <pc:docChg chg="undo redo custSel delSld modSld modMainMaster">
      <pc:chgData name="fabian alarcon carrasco" userId="7f2306910a492e58" providerId="LiveId" clId="{F15C3417-58D5-483F-AB5F-BFD5DBC86F10}" dt="2026-07-03T04:05:50.906" v="249" actId="478"/>
      <pc:docMkLst>
        <pc:docMk/>
      </pc:docMkLst>
      <pc:sldChg chg="modSp mod setBg modNotes">
        <pc:chgData name="fabian alarcon carrasco" userId="7f2306910a492e58" providerId="LiveId" clId="{F15C3417-58D5-483F-AB5F-BFD5DBC86F10}" dt="2026-07-01T15:57:55.834" v="44" actId="1076"/>
        <pc:sldMkLst>
          <pc:docMk/>
          <pc:sldMk cId="0" sldId="256"/>
        </pc:sldMkLst>
        <pc:spChg chg="mod">
          <ac:chgData name="fabian alarcon carrasco" userId="7f2306910a492e58" providerId="LiveId" clId="{F15C3417-58D5-483F-AB5F-BFD5DBC86F10}" dt="2026-07-01T02:29:36.423" v="21" actId="207"/>
          <ac:spMkLst>
            <pc:docMk/>
            <pc:sldMk cId="0" sldId="256"/>
            <ac:spMk id="171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56"/>
            <ac:spMk id="1719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56"/>
            <ac:spMk id="1720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5:57:02.236" v="36" actId="1076"/>
          <ac:spMkLst>
            <pc:docMk/>
            <pc:sldMk cId="0" sldId="256"/>
            <ac:spMk id="1721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56"/>
            <ac:spMk id="1722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5:57:55.834" v="44" actId="1076"/>
          <ac:spMkLst>
            <pc:docMk/>
            <pc:sldMk cId="0" sldId="256"/>
            <ac:spMk id="1723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34.903" v="20" actId="207"/>
          <ac:spMkLst>
            <pc:docMk/>
            <pc:sldMk cId="0" sldId="256"/>
            <ac:spMk id="1724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34.903" v="20" actId="207"/>
          <ac:spMkLst>
            <pc:docMk/>
            <pc:sldMk cId="0" sldId="256"/>
            <ac:spMk id="1725" creationId="{00000000-0000-0000-0000-000000000000}"/>
          </ac:spMkLst>
        </pc:spChg>
      </pc:sldChg>
      <pc:sldChg chg="addSp modSp mod setBg modNotes">
        <pc:chgData name="fabian alarcon carrasco" userId="7f2306910a492e58" providerId="LiveId" clId="{F15C3417-58D5-483F-AB5F-BFD5DBC86F10}" dt="2026-07-03T04:04:02.403" v="219" actId="14100"/>
        <pc:sldMkLst>
          <pc:docMk/>
          <pc:sldMk cId="0" sldId="257"/>
        </pc:sldMkLst>
        <pc:spChg chg="add mod">
          <ac:chgData name="fabian alarcon carrasco" userId="7f2306910a492e58" providerId="LiveId" clId="{F15C3417-58D5-483F-AB5F-BFD5DBC86F10}" dt="2026-07-01T16:27:19.813" v="75" actId="403"/>
          <ac:spMkLst>
            <pc:docMk/>
            <pc:sldMk cId="0" sldId="257"/>
            <ac:spMk id="2" creationId="{AA0F9837-F01E-3C49-B821-3550AFDCE14D}"/>
          </ac:spMkLst>
        </pc:spChg>
        <pc:spChg chg="add mod">
          <ac:chgData name="fabian alarcon carrasco" userId="7f2306910a492e58" providerId="LiveId" clId="{F15C3417-58D5-483F-AB5F-BFD5DBC86F10}" dt="2026-07-01T16:27:19.813" v="75" actId="403"/>
          <ac:spMkLst>
            <pc:docMk/>
            <pc:sldMk cId="0" sldId="257"/>
            <ac:spMk id="3" creationId="{96FFA625-D213-68E2-929C-2AB6ECA2B5C1}"/>
          </ac:spMkLst>
        </pc:spChg>
        <pc:spChg chg="add mod">
          <ac:chgData name="fabian alarcon carrasco" userId="7f2306910a492e58" providerId="LiveId" clId="{F15C3417-58D5-483F-AB5F-BFD5DBC86F10}" dt="2026-07-01T16:27:19.813" v="75" actId="403"/>
          <ac:spMkLst>
            <pc:docMk/>
            <pc:sldMk cId="0" sldId="257"/>
            <ac:spMk id="4" creationId="{54F04D04-B5E4-827C-FBC2-69E9C6C23756}"/>
          </ac:spMkLst>
        </pc:spChg>
        <pc:picChg chg="add mod">
          <ac:chgData name="fabian alarcon carrasco" userId="7f2306910a492e58" providerId="LiveId" clId="{F15C3417-58D5-483F-AB5F-BFD5DBC86F10}" dt="2026-07-03T04:04:02.403" v="219" actId="14100"/>
          <ac:picMkLst>
            <pc:docMk/>
            <pc:sldMk cId="0" sldId="257"/>
            <ac:picMk id="6" creationId="{059DDA3C-45D2-B3B0-D842-81665F81263D}"/>
          </ac:picMkLst>
        </pc:picChg>
      </pc:sldChg>
      <pc:sldChg chg="addSp modSp mod setBg">
        <pc:chgData name="fabian alarcon carrasco" userId="7f2306910a492e58" providerId="LiveId" clId="{F15C3417-58D5-483F-AB5F-BFD5DBC86F10}" dt="2026-07-03T04:04:43.370" v="229"/>
        <pc:sldMkLst>
          <pc:docMk/>
          <pc:sldMk cId="0" sldId="258"/>
        </pc:sldMkLst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4" creationId="{5D3B39D3-A290-A216-5F2D-0B3F5AA096E4}"/>
          </ac:spMkLst>
        </pc:spChg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5" creationId="{47D9D554-7BD4-C84B-E5F0-F4BCA1CEA48E}"/>
          </ac:spMkLst>
        </pc:spChg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6" creationId="{87CA68A4-C28A-4053-3898-C03E20A09882}"/>
          </ac:spMkLst>
        </pc:spChg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7" creationId="{144D33E6-E579-615B-5BE4-D1DE6A96A7A7}"/>
          </ac:spMkLst>
        </pc:spChg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8" creationId="{242AB1EF-4A17-B775-07D8-01E50F3BA613}"/>
          </ac:spMkLst>
        </pc:spChg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9" creationId="{66991D29-826A-ECB7-0FB7-4FECFDF41876}"/>
          </ac:spMkLst>
        </pc:spChg>
        <pc:spChg chg="mod">
          <ac:chgData name="fabian alarcon carrasco" userId="7f2306910a492e58" providerId="LiveId" clId="{F15C3417-58D5-483F-AB5F-BFD5DBC86F10}" dt="2026-07-01T02:29:57.013" v="26" actId="207"/>
          <ac:spMkLst>
            <pc:docMk/>
            <pc:sldMk cId="0" sldId="258"/>
            <ac:spMk id="1741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6:11:27.586" v="48"/>
          <ac:spMkLst>
            <pc:docMk/>
            <pc:sldMk cId="0" sldId="258"/>
            <ac:spMk id="1742" creationId="{00000000-0000-0000-0000-000000000000}"/>
          </ac:spMkLst>
        </pc:spChg>
        <pc:picChg chg="add">
          <ac:chgData name="fabian alarcon carrasco" userId="7f2306910a492e58" providerId="LiveId" clId="{F15C3417-58D5-483F-AB5F-BFD5DBC86F10}" dt="2026-07-03T04:04:07.408" v="220" actId="22"/>
          <ac:picMkLst>
            <pc:docMk/>
            <pc:sldMk cId="0" sldId="258"/>
            <ac:picMk id="3" creationId="{FDE4DED8-996C-C256-0B4B-12BE84266BFE}"/>
          </ac:picMkLst>
        </pc:picChg>
        <pc:picChg chg="mod">
          <ac:chgData name="fabian alarcon carrasco" userId="7f2306910a492e58" providerId="LiveId" clId="{F15C3417-58D5-483F-AB5F-BFD5DBC86F10}" dt="2026-07-01T02:30:11.493" v="31" actId="1076"/>
          <ac:picMkLst>
            <pc:docMk/>
            <pc:sldMk cId="0" sldId="258"/>
            <ac:picMk id="1745" creationId="{00000000-0000-0000-0000-000000000000}"/>
          </ac:picMkLst>
        </pc:picChg>
      </pc:sldChg>
      <pc:sldChg chg="addSp delSp modSp mod setBg">
        <pc:chgData name="fabian alarcon carrasco" userId="7f2306910a492e58" providerId="LiveId" clId="{F15C3417-58D5-483F-AB5F-BFD5DBC86F10}" dt="2026-07-03T04:05:50.906" v="249" actId="478"/>
        <pc:sldMkLst>
          <pc:docMk/>
          <pc:sldMk cId="0" sldId="259"/>
        </pc:sldMkLst>
        <pc:spChg chg="add del">
          <ac:chgData name="fabian alarcon carrasco" userId="7f2306910a492e58" providerId="LiveId" clId="{F15C3417-58D5-483F-AB5F-BFD5DBC86F10}" dt="2026-07-03T04:03:19.774" v="214" actId="22"/>
          <ac:spMkLst>
            <pc:docMk/>
            <pc:sldMk cId="0" sldId="259"/>
            <ac:spMk id="4" creationId="{C7F2D0B2-B2D6-734F-CEC6-8A84A9219B5F}"/>
          </ac:spMkLst>
        </pc:spChg>
        <pc:spChg chg="add mod">
          <ac:chgData name="fabian alarcon carrasco" userId="7f2306910a492e58" providerId="LiveId" clId="{F15C3417-58D5-483F-AB5F-BFD5DBC86F10}" dt="2026-07-03T04:05:07.709" v="231"/>
          <ac:spMkLst>
            <pc:docMk/>
            <pc:sldMk cId="0" sldId="259"/>
            <ac:spMk id="9" creationId="{57B7DA42-2DEE-ABDA-EAC7-E5FAF7539595}"/>
          </ac:spMkLst>
        </pc:spChg>
        <pc:spChg chg="add mod">
          <ac:chgData name="fabian alarcon carrasco" userId="7f2306910a492e58" providerId="LiveId" clId="{F15C3417-58D5-483F-AB5F-BFD5DBC86F10}" dt="2026-07-03T04:05:07.709" v="231"/>
          <ac:spMkLst>
            <pc:docMk/>
            <pc:sldMk cId="0" sldId="259"/>
            <ac:spMk id="10" creationId="{0C02CEF1-B193-166A-50BA-0031B9B055CA}"/>
          </ac:spMkLst>
        </pc:spChg>
        <pc:spChg chg="add mod">
          <ac:chgData name="fabian alarcon carrasco" userId="7f2306910a492e58" providerId="LiveId" clId="{F15C3417-58D5-483F-AB5F-BFD5DBC86F10}" dt="2026-07-03T04:05:07.709" v="231"/>
          <ac:spMkLst>
            <pc:docMk/>
            <pc:sldMk cId="0" sldId="259"/>
            <ac:spMk id="11" creationId="{54CAE37B-255A-A755-412D-64A07CACC936}"/>
          </ac:spMkLst>
        </pc:spChg>
        <pc:spChg chg="add mod">
          <ac:chgData name="fabian alarcon carrasco" userId="7f2306910a492e58" providerId="LiveId" clId="{F15C3417-58D5-483F-AB5F-BFD5DBC86F10}" dt="2026-07-03T04:04:45.537" v="230"/>
          <ac:spMkLst>
            <pc:docMk/>
            <pc:sldMk cId="0" sldId="259"/>
            <ac:spMk id="12" creationId="{18C99659-9A3E-1EE2-FB50-4546FF6B3644}"/>
          </ac:spMkLst>
        </pc:spChg>
        <pc:spChg chg="add mod">
          <ac:chgData name="fabian alarcon carrasco" userId="7f2306910a492e58" providerId="LiveId" clId="{F15C3417-58D5-483F-AB5F-BFD5DBC86F10}" dt="2026-07-03T04:04:45.537" v="230"/>
          <ac:spMkLst>
            <pc:docMk/>
            <pc:sldMk cId="0" sldId="259"/>
            <ac:spMk id="13" creationId="{51684F00-A5CF-FA3D-7209-B16886893A39}"/>
          </ac:spMkLst>
        </pc:spChg>
        <pc:spChg chg="add mod">
          <ac:chgData name="fabian alarcon carrasco" userId="7f2306910a492e58" providerId="LiveId" clId="{F15C3417-58D5-483F-AB5F-BFD5DBC86F10}" dt="2026-07-03T04:04:45.537" v="230"/>
          <ac:spMkLst>
            <pc:docMk/>
            <pc:sldMk cId="0" sldId="259"/>
            <ac:spMk id="14" creationId="{BD995CAF-F17A-9B4B-A548-3CAC0E785871}"/>
          </ac:spMkLst>
        </pc:spChg>
        <pc:spChg chg="add mod">
          <ac:chgData name="fabian alarcon carrasco" userId="7f2306910a492e58" providerId="LiveId" clId="{F15C3417-58D5-483F-AB5F-BFD5DBC86F10}" dt="2026-07-03T04:05:36.446" v="246" actId="14100"/>
          <ac:spMkLst>
            <pc:docMk/>
            <pc:sldMk cId="0" sldId="259"/>
            <ac:spMk id="15" creationId="{7131EC7C-B066-7B3F-453E-A175D01A4F2D}"/>
          </ac:spMkLst>
        </pc:spChg>
        <pc:spChg chg="add del mod">
          <ac:chgData name="fabian alarcon carrasco" userId="7f2306910a492e58" providerId="LiveId" clId="{F15C3417-58D5-483F-AB5F-BFD5DBC86F10}" dt="2026-07-03T04:05:50.906" v="249" actId="478"/>
          <ac:spMkLst>
            <pc:docMk/>
            <pc:sldMk cId="0" sldId="259"/>
            <ac:spMk id="16" creationId="{B084C404-3BDE-B1F4-1186-33420B0780DF}"/>
          </ac:spMkLst>
        </pc:spChg>
        <pc:spChg chg="add mod">
          <ac:chgData name="fabian alarcon carrasco" userId="7f2306910a492e58" providerId="LiveId" clId="{F15C3417-58D5-483F-AB5F-BFD5DBC86F10}" dt="2026-07-03T04:05:36.446" v="246" actId="14100"/>
          <ac:spMkLst>
            <pc:docMk/>
            <pc:sldMk cId="0" sldId="259"/>
            <ac:spMk id="17" creationId="{F8273C93-6484-353B-9917-BDB92A080292}"/>
          </ac:spMkLst>
        </pc:spChg>
        <pc:spChg chg="add mod">
          <ac:chgData name="fabian alarcon carrasco" userId="7f2306910a492e58" providerId="LiveId" clId="{F15C3417-58D5-483F-AB5F-BFD5DBC86F10}" dt="2026-07-03T04:05:36.446" v="246" actId="14100"/>
          <ac:spMkLst>
            <pc:docMk/>
            <pc:sldMk cId="0" sldId="259"/>
            <ac:spMk id="18" creationId="{9158DB8D-5038-981C-AF31-AD9CAD211C91}"/>
          </ac:spMkLst>
        </pc:spChg>
        <pc:spChg chg="add mod">
          <ac:chgData name="fabian alarcon carrasco" userId="7f2306910a492e58" providerId="LiveId" clId="{F15C3417-58D5-483F-AB5F-BFD5DBC86F10}" dt="2026-07-03T04:05:36.446" v="246" actId="14100"/>
          <ac:spMkLst>
            <pc:docMk/>
            <pc:sldMk cId="0" sldId="259"/>
            <ac:spMk id="19" creationId="{3A5C0329-DEDB-093A-62BC-BDA186082180}"/>
          </ac:spMkLst>
        </pc:spChg>
        <pc:spChg chg="add mod">
          <ac:chgData name="fabian alarcon carrasco" userId="7f2306910a492e58" providerId="LiveId" clId="{F15C3417-58D5-483F-AB5F-BFD5DBC86F10}" dt="2026-07-03T04:05:36.446" v="246" actId="14100"/>
          <ac:spMkLst>
            <pc:docMk/>
            <pc:sldMk cId="0" sldId="259"/>
            <ac:spMk id="20" creationId="{A8FE3EA5-42BF-233B-99DD-04D9E82C4A84}"/>
          </ac:spMkLst>
        </pc:spChg>
        <pc:picChg chg="add">
          <ac:chgData name="fabian alarcon carrasco" userId="7f2306910a492e58" providerId="LiveId" clId="{F15C3417-58D5-483F-AB5F-BFD5DBC86F10}" dt="2026-07-01T16:25:54.012" v="53" actId="22"/>
          <ac:picMkLst>
            <pc:docMk/>
            <pc:sldMk cId="0" sldId="259"/>
            <ac:picMk id="3" creationId="{DC7A8BCC-A3A1-F8A6-D44D-99C74A23B1BA}"/>
          </ac:picMkLst>
        </pc:picChg>
        <pc:picChg chg="add">
          <ac:chgData name="fabian alarcon carrasco" userId="7f2306910a492e58" providerId="LiveId" clId="{F15C3417-58D5-483F-AB5F-BFD5DBC86F10}" dt="2026-07-03T04:03:24.945" v="215" actId="22"/>
          <ac:picMkLst>
            <pc:docMk/>
            <pc:sldMk cId="0" sldId="259"/>
            <ac:picMk id="6" creationId="{E8E6DB86-7A21-885D-2594-788B8030E35C}"/>
          </ac:picMkLst>
        </pc:picChg>
        <pc:picChg chg="add">
          <ac:chgData name="fabian alarcon carrasco" userId="7f2306910a492e58" providerId="LiveId" clId="{F15C3417-58D5-483F-AB5F-BFD5DBC86F10}" dt="2026-07-03T04:04:08.726" v="221" actId="22"/>
          <ac:picMkLst>
            <pc:docMk/>
            <pc:sldMk cId="0" sldId="259"/>
            <ac:picMk id="8" creationId="{AD0A2D97-CFE5-DCB6-CD83-4A31D69DEB4D}"/>
          </ac:picMkLst>
        </pc:picChg>
      </pc:sldChg>
      <pc:sldChg chg="addSp delSp modSp mod setBg">
        <pc:chgData name="fabian alarcon carrasco" userId="7f2306910a492e58" providerId="LiveId" clId="{F15C3417-58D5-483F-AB5F-BFD5DBC86F10}" dt="2026-07-03T04:04:10.247" v="222" actId="22"/>
        <pc:sldMkLst>
          <pc:docMk/>
          <pc:sldMk cId="0" sldId="261"/>
        </pc:sldMkLst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2" creationId="{DE9F7446-2A2C-AC1C-8BFB-720E1433EADB}"/>
          </ac:spMkLst>
        </pc:spChg>
        <pc:spChg chg="add mod">
          <ac:chgData name="fabian alarcon carrasco" userId="7f2306910a492e58" providerId="LiveId" clId="{F15C3417-58D5-483F-AB5F-BFD5DBC86F10}" dt="2026-07-01T16:27:20.047" v="76"/>
          <ac:spMkLst>
            <pc:docMk/>
            <pc:sldMk cId="0" sldId="261"/>
            <ac:spMk id="3" creationId="{DA4CFD8F-BA62-E58D-E425-69A7BA92DB7A}"/>
          </ac:spMkLst>
        </pc:spChg>
        <pc:spChg chg="add mod">
          <ac:chgData name="fabian alarcon carrasco" userId="7f2306910a492e58" providerId="LiveId" clId="{F15C3417-58D5-483F-AB5F-BFD5DBC86F10}" dt="2026-07-01T16:27:20.047" v="76"/>
          <ac:spMkLst>
            <pc:docMk/>
            <pc:sldMk cId="0" sldId="261"/>
            <ac:spMk id="4" creationId="{F4CA66E2-5394-7955-9C5C-E084815BC2D2}"/>
          </ac:spMkLst>
        </pc:spChg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5" creationId="{7BEE829C-485E-61F1-AA12-C0B3C9009785}"/>
          </ac:spMkLst>
        </pc:spChg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6" creationId="{1DF8A41A-703C-41CF-D661-649EB42142E5}"/>
          </ac:spMkLst>
        </pc:spChg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7" creationId="{F256A11E-CADC-D63B-9947-061142589DEC}"/>
          </ac:spMkLst>
        </pc:spChg>
        <pc:spChg chg="add del">
          <ac:chgData name="fabian alarcon carrasco" userId="7f2306910a492e58" providerId="LiveId" clId="{F15C3417-58D5-483F-AB5F-BFD5DBC86F10}" dt="2026-07-03T03:56:16.983" v="186" actId="22"/>
          <ac:spMkLst>
            <pc:docMk/>
            <pc:sldMk cId="0" sldId="261"/>
            <ac:spMk id="9" creationId="{BF95218A-C03B-BF03-EB24-A561D6F9B44C}"/>
          </ac:spMkLst>
        </pc:spChg>
        <pc:spChg chg="mod">
          <ac:chgData name="fabian alarcon carrasco" userId="7f2306910a492e58" providerId="LiveId" clId="{F15C3417-58D5-483F-AB5F-BFD5DBC86F10}" dt="2026-07-01T16:26:24.470" v="59" actId="207"/>
          <ac:spMkLst>
            <pc:docMk/>
            <pc:sldMk cId="0" sldId="261"/>
            <ac:spMk id="179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6:26:37.050" v="63" actId="207"/>
          <ac:spMkLst>
            <pc:docMk/>
            <pc:sldMk cId="0" sldId="261"/>
            <ac:spMk id="1799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6:26:36.762" v="62" actId="207"/>
          <ac:spMkLst>
            <pc:docMk/>
            <pc:sldMk cId="0" sldId="261"/>
            <ac:spMk id="1800" creationId="{00000000-0000-0000-0000-000000000000}"/>
          </ac:spMkLst>
        </pc:spChg>
        <pc:picChg chg="add del mod">
          <ac:chgData name="fabian alarcon carrasco" userId="7f2306910a492e58" providerId="LiveId" clId="{F15C3417-58D5-483F-AB5F-BFD5DBC86F10}" dt="2026-07-03T04:01:38.796" v="211" actId="478"/>
          <ac:picMkLst>
            <pc:docMk/>
            <pc:sldMk cId="0" sldId="261"/>
            <ac:picMk id="11" creationId="{F33565D6-0609-815C-923F-977B701ECC05}"/>
          </ac:picMkLst>
        </pc:picChg>
        <pc:picChg chg="add mod">
          <ac:chgData name="fabian alarcon carrasco" userId="7f2306910a492e58" providerId="LiveId" clId="{F15C3417-58D5-483F-AB5F-BFD5DBC86F10}" dt="2026-07-03T04:01:41.817" v="212" actId="1076"/>
          <ac:picMkLst>
            <pc:docMk/>
            <pc:sldMk cId="0" sldId="261"/>
            <ac:picMk id="13" creationId="{E4F13E67-7F33-262C-47CC-C02FF823BB0E}"/>
          </ac:picMkLst>
        </pc:picChg>
        <pc:picChg chg="add">
          <ac:chgData name="fabian alarcon carrasco" userId="7f2306910a492e58" providerId="LiveId" clId="{F15C3417-58D5-483F-AB5F-BFD5DBC86F10}" dt="2026-07-03T04:04:10.247" v="222" actId="22"/>
          <ac:picMkLst>
            <pc:docMk/>
            <pc:sldMk cId="0" sldId="261"/>
            <ac:picMk id="15" creationId="{48E5B48F-0395-9E16-E03F-1C069D91C067}"/>
          </ac:picMkLst>
        </pc:picChg>
        <pc:picChg chg="del mod">
          <ac:chgData name="fabian alarcon carrasco" userId="7f2306910a492e58" providerId="LiveId" clId="{F15C3417-58D5-483F-AB5F-BFD5DBC86F10}" dt="2026-07-03T03:56:25.042" v="188" actId="478"/>
          <ac:picMkLst>
            <pc:docMk/>
            <pc:sldMk cId="0" sldId="261"/>
            <ac:picMk id="1803" creationId="{00000000-0000-0000-0000-000000000000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3T04:04:11.527" v="223" actId="22"/>
        <pc:sldMkLst>
          <pc:docMk/>
          <pc:sldMk cId="0" sldId="262"/>
        </pc:sldMkLst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2" creationId="{545FA162-8B30-DDDC-224C-8B05DE01B910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3" creationId="{2B7FDC48-2FED-8004-7E91-02FDFC40A91E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4" creationId="{777DAD6C-D3AF-C42A-1EDB-C12B0617FADC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5" creationId="{6006EDEF-6E68-D00D-BF31-1F99A3B542A5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6" creationId="{B811B182-B37E-F918-25F0-B8DB339844C1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7" creationId="{E32AB5A0-5D58-B940-DD16-CBD98E3871CC}"/>
          </ac:spMkLst>
        </pc:spChg>
        <pc:spChg chg="mod">
          <ac:chgData name="fabian alarcon carrasco" userId="7f2306910a492e58" providerId="LiveId" clId="{F15C3417-58D5-483F-AB5F-BFD5DBC86F10}" dt="2026-07-01T16:27:40.595" v="83" actId="207"/>
          <ac:spMkLst>
            <pc:docMk/>
            <pc:sldMk cId="0" sldId="262"/>
            <ac:spMk id="1808" creationId="{00000000-0000-0000-0000-000000000000}"/>
          </ac:spMkLst>
        </pc:spChg>
        <pc:picChg chg="add">
          <ac:chgData name="fabian alarcon carrasco" userId="7f2306910a492e58" providerId="LiveId" clId="{F15C3417-58D5-483F-AB5F-BFD5DBC86F10}" dt="2026-07-03T04:04:11.527" v="223" actId="22"/>
          <ac:picMkLst>
            <pc:docMk/>
            <pc:sldMk cId="0" sldId="262"/>
            <ac:picMk id="9" creationId="{46529A46-6EDF-80C1-F97C-EE78E356CEA0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3T04:04:13.298" v="224" actId="22"/>
        <pc:sldMkLst>
          <pc:docMk/>
          <pc:sldMk cId="0" sldId="263"/>
        </pc:sldMkLst>
        <pc:spChg chg="add del">
          <ac:chgData name="fabian alarcon carrasco" userId="7f2306910a492e58" providerId="LiveId" clId="{F15C3417-58D5-483F-AB5F-BFD5DBC86F10}" dt="2026-07-03T04:00:09.273" v="195" actId="22"/>
          <ac:spMkLst>
            <pc:docMk/>
            <pc:sldMk cId="0" sldId="263"/>
            <ac:spMk id="3" creationId="{FBA4EBA0-32E6-889C-FAD7-FEC95D178D2B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3"/>
            <ac:spMk id="181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3"/>
            <ac:spMk id="1819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3"/>
            <ac:spMk id="1820" creationId="{00000000-0000-0000-0000-000000000000}"/>
          </ac:spMkLst>
        </pc:spChg>
        <pc:picChg chg="add mod">
          <ac:chgData name="fabian alarcon carrasco" userId="7f2306910a492e58" providerId="LiveId" clId="{F15C3417-58D5-483F-AB5F-BFD5DBC86F10}" dt="2026-07-01T16:48:58.422" v="101" actId="1076"/>
          <ac:picMkLst>
            <pc:docMk/>
            <pc:sldMk cId="0" sldId="263"/>
            <ac:picMk id="5" creationId="{A4188895-B1EC-51BB-5965-991491F2D0DD}"/>
          </ac:picMkLst>
        </pc:picChg>
        <pc:picChg chg="add del mod">
          <ac:chgData name="fabian alarcon carrasco" userId="7f2306910a492e58" providerId="LiveId" clId="{F15C3417-58D5-483F-AB5F-BFD5DBC86F10}" dt="2026-07-03T04:00:30.961" v="206" actId="22"/>
          <ac:picMkLst>
            <pc:docMk/>
            <pc:sldMk cId="0" sldId="263"/>
            <ac:picMk id="6" creationId="{9DB51C40-A46B-F4DF-8F21-43EDD605AFAC}"/>
          </ac:picMkLst>
        </pc:picChg>
        <pc:picChg chg="add">
          <ac:chgData name="fabian alarcon carrasco" userId="7f2306910a492e58" providerId="LiveId" clId="{F15C3417-58D5-483F-AB5F-BFD5DBC86F10}" dt="2026-07-03T04:04:13.298" v="224" actId="22"/>
          <ac:picMkLst>
            <pc:docMk/>
            <pc:sldMk cId="0" sldId="263"/>
            <ac:picMk id="8" creationId="{6215CCAE-1519-3DAC-3013-C3ACABEF92B3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3T03:51:41.524" v="182" actId="14100"/>
        <pc:sldMkLst>
          <pc:docMk/>
          <pc:sldMk cId="0" sldId="264"/>
        </pc:sldMkLst>
        <pc:spChg chg="add del">
          <ac:chgData name="fabian alarcon carrasco" userId="7f2306910a492e58" providerId="LiveId" clId="{F15C3417-58D5-483F-AB5F-BFD5DBC86F10}" dt="2026-07-02T17:13:16.449" v="140" actId="22"/>
          <ac:spMkLst>
            <pc:docMk/>
            <pc:sldMk cId="0" sldId="264"/>
            <ac:spMk id="3" creationId="{EAF54D13-65C8-CAB3-431D-1F6506585065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4"/>
            <ac:spMk id="1827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9:09:23.437" v="115" actId="1076"/>
          <ac:spMkLst>
            <pc:docMk/>
            <pc:sldMk cId="0" sldId="264"/>
            <ac:spMk id="182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9:09:19.411" v="113" actId="1076"/>
          <ac:spMkLst>
            <pc:docMk/>
            <pc:sldMk cId="0" sldId="264"/>
            <ac:spMk id="1829" creationId="{00000000-0000-0000-0000-000000000000}"/>
          </ac:spMkLst>
        </pc:spChg>
        <pc:picChg chg="add del">
          <ac:chgData name="fabian alarcon carrasco" userId="7f2306910a492e58" providerId="LiveId" clId="{F15C3417-58D5-483F-AB5F-BFD5DBC86F10}" dt="2026-07-02T17:13:24.946" v="142" actId="22"/>
          <ac:picMkLst>
            <pc:docMk/>
            <pc:sldMk cId="0" sldId="264"/>
            <ac:picMk id="5" creationId="{D2AAF314-CDE2-8125-5154-4F961671A78A}"/>
          </ac:picMkLst>
        </pc:picChg>
        <pc:picChg chg="add del mod">
          <ac:chgData name="fabian alarcon carrasco" userId="7f2306910a492e58" providerId="LiveId" clId="{F15C3417-58D5-483F-AB5F-BFD5DBC86F10}" dt="2026-07-02T17:13:29.489" v="146" actId="22"/>
          <ac:picMkLst>
            <pc:docMk/>
            <pc:sldMk cId="0" sldId="264"/>
            <ac:picMk id="7" creationId="{6F340440-CC3B-86C7-6DBF-2800449D9DFA}"/>
          </ac:picMkLst>
        </pc:picChg>
        <pc:picChg chg="add del mod">
          <ac:chgData name="fabian alarcon carrasco" userId="7f2306910a492e58" providerId="LiveId" clId="{F15C3417-58D5-483F-AB5F-BFD5DBC86F10}" dt="2026-07-03T03:47:57.083" v="169" actId="478"/>
          <ac:picMkLst>
            <pc:docMk/>
            <pc:sldMk cId="0" sldId="264"/>
            <ac:picMk id="9" creationId="{21079919-442F-0E0D-2082-9423811A7C3D}"/>
          </ac:picMkLst>
        </pc:picChg>
        <pc:picChg chg="add del mod">
          <ac:chgData name="fabian alarcon carrasco" userId="7f2306910a492e58" providerId="LiveId" clId="{F15C3417-58D5-483F-AB5F-BFD5DBC86F10}" dt="2026-07-03T03:47:59.554" v="172" actId="931"/>
          <ac:picMkLst>
            <pc:docMk/>
            <pc:sldMk cId="0" sldId="264"/>
            <ac:picMk id="11" creationId="{EA6137B7-C619-3B9C-DD33-44AAFB4B59C5}"/>
          </ac:picMkLst>
        </pc:picChg>
        <pc:picChg chg="add del mod">
          <ac:chgData name="fabian alarcon carrasco" userId="7f2306910a492e58" providerId="LiveId" clId="{F15C3417-58D5-483F-AB5F-BFD5DBC86F10}" dt="2026-07-03T03:48:22.127" v="175" actId="478"/>
          <ac:picMkLst>
            <pc:docMk/>
            <pc:sldMk cId="0" sldId="264"/>
            <ac:picMk id="13" creationId="{8330E2B1-47DB-F153-3CB5-74B3DC7A1968}"/>
          </ac:picMkLst>
        </pc:picChg>
        <pc:picChg chg="add del mod">
          <ac:chgData name="fabian alarcon carrasco" userId="7f2306910a492e58" providerId="LiveId" clId="{F15C3417-58D5-483F-AB5F-BFD5DBC86F10}" dt="2026-07-03T03:51:37.743" v="179" actId="478"/>
          <ac:picMkLst>
            <pc:docMk/>
            <pc:sldMk cId="0" sldId="264"/>
            <ac:picMk id="15" creationId="{2EC4CBF9-C201-F011-7DC1-B7C18B2C0C84}"/>
          </ac:picMkLst>
        </pc:picChg>
        <pc:picChg chg="add mod">
          <ac:chgData name="fabian alarcon carrasco" userId="7f2306910a492e58" providerId="LiveId" clId="{F15C3417-58D5-483F-AB5F-BFD5DBC86F10}" dt="2026-07-03T03:51:41.524" v="182" actId="14100"/>
          <ac:picMkLst>
            <pc:docMk/>
            <pc:sldMk cId="0" sldId="264"/>
            <ac:picMk id="17" creationId="{C030EA67-9618-42ED-728B-3F3AE9822A46}"/>
          </ac:picMkLst>
        </pc:picChg>
        <pc:picChg chg="add del mod">
          <ac:chgData name="fabian alarcon carrasco" userId="7f2306910a492e58" providerId="LiveId" clId="{F15C3417-58D5-483F-AB5F-BFD5DBC86F10}" dt="2026-07-02T17:13:30.938" v="148" actId="478"/>
          <ac:picMkLst>
            <pc:docMk/>
            <pc:sldMk cId="0" sldId="264"/>
            <ac:picMk id="1830" creationId="{00000000-0000-0000-0000-000000000000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3T04:04:16.401" v="225" actId="22"/>
        <pc:sldMkLst>
          <pc:docMk/>
          <pc:sldMk cId="0" sldId="265"/>
        </pc:sldMkLst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2" creationId="{2B91CA29-BB5F-519E-E570-560A366A4862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3" creationId="{04F5DF6C-2A4C-282E-4D7C-AC2CBA8C7B92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4" creationId="{38347402-9994-5CB7-0B06-F014B2632358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5" creationId="{E2EBA983-23A7-A480-487B-1A92E14F84BD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6" creationId="{B255A54A-76CC-8258-72E8-99BD18614D4B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7" creationId="{98E35ACD-C00D-65F4-1860-8CC46112F544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8" creationId="{A4A5A6F1-2AB9-5037-8FC6-9FE1DFE06BE8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9" creationId="{CEA45C7B-53C4-C438-E0DA-2BBA2B0FC259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10" creationId="{2ED3B69B-43F9-F958-0DF1-DFEA0C84C5D5}"/>
          </ac:spMkLst>
        </pc:spChg>
        <pc:spChg chg="mod">
          <ac:chgData name="fabian alarcon carrasco" userId="7f2306910a492e58" providerId="LiveId" clId="{F15C3417-58D5-483F-AB5F-BFD5DBC86F10}" dt="2026-07-01T19:08:18.811" v="103" actId="207"/>
          <ac:spMkLst>
            <pc:docMk/>
            <pc:sldMk cId="0" sldId="265"/>
            <ac:spMk id="1835" creationId="{00000000-0000-0000-0000-000000000000}"/>
          </ac:spMkLst>
        </pc:spChg>
        <pc:picChg chg="add del mod">
          <ac:chgData name="fabian alarcon carrasco" userId="7f2306910a492e58" providerId="LiveId" clId="{F15C3417-58D5-483F-AB5F-BFD5DBC86F10}" dt="2026-07-03T02:01:52.424" v="155" actId="478"/>
          <ac:picMkLst>
            <pc:docMk/>
            <pc:sldMk cId="0" sldId="265"/>
            <ac:picMk id="12" creationId="{F80B0D65-2302-61C7-1412-05FC7A31F45C}"/>
          </ac:picMkLst>
        </pc:picChg>
        <pc:picChg chg="add mod">
          <ac:chgData name="fabian alarcon carrasco" userId="7f2306910a492e58" providerId="LiveId" clId="{F15C3417-58D5-483F-AB5F-BFD5DBC86F10}" dt="2026-07-03T02:02:00.824" v="159" actId="14100"/>
          <ac:picMkLst>
            <pc:docMk/>
            <pc:sldMk cId="0" sldId="265"/>
            <ac:picMk id="13" creationId="{2F80C8AF-8465-7C70-7639-506DBDD504D1}"/>
          </ac:picMkLst>
        </pc:picChg>
        <pc:picChg chg="add">
          <ac:chgData name="fabian alarcon carrasco" userId="7f2306910a492e58" providerId="LiveId" clId="{F15C3417-58D5-483F-AB5F-BFD5DBC86F10}" dt="2026-07-03T04:04:16.401" v="225" actId="22"/>
          <ac:picMkLst>
            <pc:docMk/>
            <pc:sldMk cId="0" sldId="265"/>
            <ac:picMk id="15" creationId="{F355EB3D-9CC5-7E14-D680-C2D05275E31E}"/>
          </ac:picMkLst>
        </pc:picChg>
      </pc:sldChg>
      <pc:sldChg chg="addSp delSp modSp mod setBg">
        <pc:chgData name="fabian alarcon carrasco" userId="7f2306910a492e58" providerId="LiveId" clId="{F15C3417-58D5-483F-AB5F-BFD5DBC86F10}" dt="2026-07-03T04:04:18.204" v="226" actId="22"/>
        <pc:sldMkLst>
          <pc:docMk/>
          <pc:sldMk cId="0" sldId="266"/>
        </pc:sldMkLst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0" creationId="{5520855B-6B17-7959-8672-98E496ABD880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1" creationId="{7E5D17AF-816B-6DE7-8B78-CD0D0D8CEF2F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2" creationId="{9A94B25C-E483-AA67-32CF-F8D1E3B1776F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3" creationId="{6DE0E96A-9BFE-51A4-6FC7-1A8D008CABC6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4" creationId="{A15FF4F9-FAD2-17A7-5AB4-55678DC2566A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5" creationId="{0284D6CD-BA8F-DCDE-D20F-125E75C7E762}"/>
          </ac:spMkLst>
        </pc:spChg>
        <pc:picChg chg="add mod">
          <ac:chgData name="fabian alarcon carrasco" userId="7f2306910a492e58" providerId="LiveId" clId="{F15C3417-58D5-483F-AB5F-BFD5DBC86F10}" dt="2026-07-03T02:18:08.492" v="166" actId="1076"/>
          <ac:picMkLst>
            <pc:docMk/>
            <pc:sldMk cId="0" sldId="266"/>
            <ac:picMk id="3" creationId="{2D561BAD-A8F5-5681-3739-FA86D298F5D5}"/>
          </ac:picMkLst>
        </pc:picChg>
        <pc:picChg chg="add">
          <ac:chgData name="fabian alarcon carrasco" userId="7f2306910a492e58" providerId="LiveId" clId="{F15C3417-58D5-483F-AB5F-BFD5DBC86F10}" dt="2026-07-03T04:04:18.204" v="226" actId="22"/>
          <ac:picMkLst>
            <pc:docMk/>
            <pc:sldMk cId="0" sldId="266"/>
            <ac:picMk id="4" creationId="{B1BD15E5-90FA-9FA5-88F6-4353ECC42CC9}"/>
          </ac:picMkLst>
        </pc:picChg>
      </pc:sldChg>
      <pc:sldChg chg="addSp modSp mod setBg modNotes">
        <pc:chgData name="fabian alarcon carrasco" userId="7f2306910a492e58" providerId="LiveId" clId="{F15C3417-58D5-483F-AB5F-BFD5DBC86F10}" dt="2026-07-03T04:04:20.219" v="227" actId="22"/>
        <pc:sldMkLst>
          <pc:docMk/>
          <pc:sldMk cId="0" sldId="267"/>
        </pc:sldMkLst>
        <pc:spChg chg="add mod">
          <ac:chgData name="fabian alarcon carrasco" userId="7f2306910a492e58" providerId="LiveId" clId="{F15C3417-58D5-483F-AB5F-BFD5DBC86F10}" dt="2026-07-03T03:52:46.083" v="183"/>
          <ac:spMkLst>
            <pc:docMk/>
            <pc:sldMk cId="0" sldId="267"/>
            <ac:spMk id="3" creationId="{042B0ACE-3F10-9B57-1E52-C3D455C94D8A}"/>
          </ac:spMkLst>
        </pc:spChg>
        <pc:spChg chg="add mod">
          <ac:chgData name="fabian alarcon carrasco" userId="7f2306910a492e58" providerId="LiveId" clId="{F15C3417-58D5-483F-AB5F-BFD5DBC86F10}" dt="2026-07-03T03:52:46.083" v="183"/>
          <ac:spMkLst>
            <pc:docMk/>
            <pc:sldMk cId="0" sldId="267"/>
            <ac:spMk id="4" creationId="{EE9C6B6E-9250-F2FC-EF04-BAC815629A79}"/>
          </ac:spMkLst>
        </pc:spChg>
        <pc:spChg chg="add mod">
          <ac:chgData name="fabian alarcon carrasco" userId="7f2306910a492e58" providerId="LiveId" clId="{F15C3417-58D5-483F-AB5F-BFD5DBC86F10}" dt="2026-07-03T03:52:46.083" v="183"/>
          <ac:spMkLst>
            <pc:docMk/>
            <pc:sldMk cId="0" sldId="267"/>
            <ac:spMk id="5" creationId="{ED15CEFA-94F1-8F84-2303-D934C3BAAFDC}"/>
          </ac:spMkLst>
        </pc:spChg>
        <pc:spChg chg="add mod">
          <ac:chgData name="fabian alarcon carrasco" userId="7f2306910a492e58" providerId="LiveId" clId="{F15C3417-58D5-483F-AB5F-BFD5DBC86F10}" dt="2026-07-03T03:52:46.083" v="183"/>
          <ac:spMkLst>
            <pc:docMk/>
            <pc:sldMk cId="0" sldId="267"/>
            <ac:spMk id="6" creationId="{2C2EB479-36F0-E680-407E-281B43CECD18}"/>
          </ac:spMkLst>
        </pc:spChg>
        <pc:spChg chg="add mod">
          <ac:chgData name="fabian alarcon carrasco" userId="7f2306910a492e58" providerId="LiveId" clId="{F15C3417-58D5-483F-AB5F-BFD5DBC86F10}" dt="2026-07-03T03:52:46.083" v="183"/>
          <ac:spMkLst>
            <pc:docMk/>
            <pc:sldMk cId="0" sldId="267"/>
            <ac:spMk id="7" creationId="{26E6A563-9D44-DE7B-0956-B00377B43F56}"/>
          </ac:spMkLst>
        </pc:spChg>
        <pc:spChg chg="add mod">
          <ac:chgData name="fabian alarcon carrasco" userId="7f2306910a492e58" providerId="LiveId" clId="{F15C3417-58D5-483F-AB5F-BFD5DBC86F10}" dt="2026-07-03T03:52:46.083" v="183"/>
          <ac:spMkLst>
            <pc:docMk/>
            <pc:sldMk cId="0" sldId="267"/>
            <ac:spMk id="8" creationId="{B581AD8F-B63E-CD03-0AC8-17FF87D9423D}"/>
          </ac:spMkLst>
        </pc:spChg>
        <pc:spChg chg="add mod">
          <ac:chgData name="fabian alarcon carrasco" userId="7f2306910a492e58" providerId="LiveId" clId="{F15C3417-58D5-483F-AB5F-BFD5DBC86F10}" dt="2026-07-03T03:52:46.083" v="183"/>
          <ac:spMkLst>
            <pc:docMk/>
            <pc:sldMk cId="0" sldId="267"/>
            <ac:spMk id="9" creationId="{D72CD60C-A25F-5BAF-75CF-536F3EA0BF8F}"/>
          </ac:spMkLst>
        </pc:spChg>
        <pc:spChg chg="add mod">
          <ac:chgData name="fabian alarcon carrasco" userId="7f2306910a492e58" providerId="LiveId" clId="{F15C3417-58D5-483F-AB5F-BFD5DBC86F10}" dt="2026-07-03T03:52:46.083" v="183"/>
          <ac:spMkLst>
            <pc:docMk/>
            <pc:sldMk cId="0" sldId="267"/>
            <ac:spMk id="10" creationId="{5680864D-3FDE-A52E-D640-BBCA8EE73ECE}"/>
          </ac:spMkLst>
        </pc:spChg>
        <pc:spChg chg="add mod">
          <ac:chgData name="fabian alarcon carrasco" userId="7f2306910a492e58" providerId="LiveId" clId="{F15C3417-58D5-483F-AB5F-BFD5DBC86F10}" dt="2026-07-03T03:52:46.083" v="183"/>
          <ac:spMkLst>
            <pc:docMk/>
            <pc:sldMk cId="0" sldId="267"/>
            <ac:spMk id="11" creationId="{EC804394-9181-0974-F092-CDED745CA50B}"/>
          </ac:spMkLst>
        </pc:spChg>
        <pc:spChg chg="add mod">
          <ac:chgData name="fabian alarcon carrasco" userId="7f2306910a492e58" providerId="LiveId" clId="{F15C3417-58D5-483F-AB5F-BFD5DBC86F10}" dt="2026-07-03T03:52:46.083" v="183"/>
          <ac:spMkLst>
            <pc:docMk/>
            <pc:sldMk cId="0" sldId="267"/>
            <ac:spMk id="13" creationId="{4C863EB0-8EDF-CBA0-D165-6D497F345160}"/>
          </ac:spMkLst>
        </pc:spChg>
        <pc:spChg chg="mod">
          <ac:chgData name="fabian alarcon carrasco" userId="7f2306910a492e58" providerId="LiveId" clId="{F15C3417-58D5-483F-AB5F-BFD5DBC86F10}" dt="2026-07-02T16:31:45.029" v="137" actId="207"/>
          <ac:spMkLst>
            <pc:docMk/>
            <pc:sldMk cId="0" sldId="267"/>
            <ac:spMk id="1852" creationId="{00000000-0000-0000-0000-000000000000}"/>
          </ac:spMkLst>
        </pc:spChg>
        <pc:picChg chg="add">
          <ac:chgData name="fabian alarcon carrasco" userId="7f2306910a492e58" providerId="LiveId" clId="{F15C3417-58D5-483F-AB5F-BFD5DBC86F10}" dt="2026-07-03T04:04:20.219" v="227" actId="22"/>
          <ac:picMkLst>
            <pc:docMk/>
            <pc:sldMk cId="0" sldId="267"/>
            <ac:picMk id="15" creationId="{48D13BC9-E39E-6B7A-849B-C9BB59F2713A}"/>
          </ac:picMkLst>
        </pc:picChg>
      </pc:sldChg>
      <pc:sldChg chg="addSp modSp mod setBg modNotes">
        <pc:chgData name="fabian alarcon carrasco" userId="7f2306910a492e58" providerId="LiveId" clId="{F15C3417-58D5-483F-AB5F-BFD5DBC86F10}" dt="2026-07-03T04:04:22.767" v="228" actId="22"/>
        <pc:sldMkLst>
          <pc:docMk/>
          <pc:sldMk cId="0" sldId="268"/>
        </pc:sldMkLst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8"/>
            <ac:spMk id="1874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8"/>
            <ac:spMk id="1875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8"/>
            <ac:spMk id="1876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3T02:37:19.592" v="167" actId="207"/>
          <ac:spMkLst>
            <pc:docMk/>
            <pc:sldMk cId="0" sldId="268"/>
            <ac:spMk id="1877" creationId="{00000000-0000-0000-0000-000000000000}"/>
          </ac:spMkLst>
        </pc:spChg>
        <pc:picChg chg="add">
          <ac:chgData name="fabian alarcon carrasco" userId="7f2306910a492e58" providerId="LiveId" clId="{F15C3417-58D5-483F-AB5F-BFD5DBC86F10}" dt="2026-07-03T04:04:22.767" v="228" actId="22"/>
          <ac:picMkLst>
            <pc:docMk/>
            <pc:sldMk cId="0" sldId="268"/>
            <ac:picMk id="3" creationId="{59A7480E-C658-567F-02C4-8F376CC806A0}"/>
          </ac:picMkLst>
        </pc:picChg>
      </pc:sldChg>
      <pc:sldChg chg="modSp modNotes">
        <pc:chgData name="fabian alarcon carrasco" userId="7f2306910a492e58" providerId="LiveId" clId="{F15C3417-58D5-483F-AB5F-BFD5DBC86F10}" dt="2026-07-01T02:29:24.503" v="17"/>
        <pc:sldMkLst>
          <pc:docMk/>
          <pc:sldMk cId="0" sldId="269"/>
        </pc:sldMkLst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9"/>
            <ac:spMk id="1883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9"/>
            <ac:spMk id="1884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9"/>
            <ac:spMk id="188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396dfdc11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396dfdc11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396dfdc1131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396dfdc1131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396dfdc1131_0_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396dfdc1131_0_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396dfdc1131_0_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396dfdc1131_0_9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3ed918eee5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3ed918eee5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96dfdc1131_0_1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396dfdc1131_0_1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396dfdc1131_0_2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396dfdc1131_0_2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3ebbc2c3d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3ebbc2c3d7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3e26d3e936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3e26d3e936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3e26d3e9366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3e26d3e9366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396dfdc1131_0_2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396dfdc1131_0_20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3ebbc2c3d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3ebbc2c3d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396dfdc1131_0_2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396dfdc1131_0_2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0" name="Google Shape;40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Google Shape;41;p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3" name="Google Shape;73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0" name="Google Shape;80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p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7" name="Google Shape;97;p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8" name="Google Shape;98;p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4" name="Google Shape;104;p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6" name="Google Shape;106;p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7" name="Google Shape;107;p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8" name="Google Shape;108;p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9" name="Google Shape;109;p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0" name="Google Shape;110;p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2" name="Google Shape;112;p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3" name="Google Shape;113;p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4" name="Google Shape;114;p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" name="Google Shape;115;p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6" name="Google Shape;116;p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18" name="Google Shape;118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28" name="Google Shape;128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" name="Google Shape;129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35" name="Google Shape;135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6" name="Google Shape;136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7" name="Google Shape;137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8" name="Google Shape;138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" name="Google Shape;139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0" name="Google Shape;140;p1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1" name="Google Shape;141;p1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" name="Google Shape;142;p1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4" name="Google Shape;144;p1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5" name="Google Shape;145;p1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" name="Google Shape;146;p1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8" name="Google Shape;148;p1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9" name="Google Shape;149;p1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0" name="Google Shape;150;p1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2" name="Google Shape;152;p1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53" name="Google Shape;153;p1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6" name="Google Shape;156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" name="Google Shape;157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" name="Google Shape;161;p1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2" name="Google Shape;162;p1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66" name="Google Shape;166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73" name="Google Shape;173;p1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74" name="Google Shape;174;p1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5" name="Google Shape;175;p1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79" name="Google Shape;179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95" name="Google Shape;195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6" name="Google Shape;196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7" name="Google Shape;197;p1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9" name="Google Shape;199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06" name="Google Shape;206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1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2" name="Google Shape;212;p1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5" name="Google Shape;225;p1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0" name="Google Shape;230;p1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9" name="Google Shape;239;p1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1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5" name="Google Shape;245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1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7" name="Google Shape;247;p1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9" name="Google Shape;249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1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1" name="Google Shape;251;p1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1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9" name="Google Shape;259;p1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61" name="Google Shape;261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" name="Google Shape;262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8" name="Google Shape;268;p1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271" name="Google Shape;271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1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4" name="Google Shape;274;p1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75" name="Google Shape;275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6" name="Google Shape;276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9" name="Google Shape;279;p1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0" name="Google Shape;280;p1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1" name="Google Shape;281;p1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2" name="Google Shape;282;p1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3" name="Google Shape;283;p1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7" name="Google Shape;297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1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1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0" name="Google Shape;300;p1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1" name="Google Shape;301;p1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2" name="Google Shape;302;p1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3" name="Google Shape;303;p1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5" name="Google Shape;305;p1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1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1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19" name="Google Shape;319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0" name="Google Shape;320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1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6" name="Google Shape;326;p1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27" name="Google Shape;327;p1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9" name="Google Shape;329;p1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0" name="Google Shape;330;p1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1" name="Google Shape;331;p1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3" name="Google Shape;343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8" name="Google Shape;348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3" name="Google Shape;353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4" name="Google Shape;354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9" name="Google Shape;359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3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7" name="Google Shape;367;p3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2" name="Google Shape;372;p3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3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8" name="Google Shape;378;p3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3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3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3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3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3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3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2" name="Google Shape;402;p3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3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5" name="Google Shape;40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0" name="Google Shape;410;p3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3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3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3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5" name="Google Shape;41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7" name="Google Shape;417;p3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4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9" name="Google Shape;439;p4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0" name="Google Shape;440;p4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1" name="Google Shape;441;p4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2" name="Google Shape;442;p4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3" name="Google Shape;443;p4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4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445" name="Google Shape;445;p4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6" name="Google Shape;446;p4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7" name="Google Shape;447;p4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8" name="Google Shape;448;p4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9" name="Google Shape;449;p4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452" name="Google Shape;452;p4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3" name="Google Shape;453;p4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4" name="Google Shape;454;p4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5" name="Google Shape;455;p4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6" name="Google Shape;456;p4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7" name="Google Shape;457;p4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58" name="Google Shape;458;p4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1" name="Google Shape;461;p4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2" name="Google Shape;462;p4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3" name="Google Shape;463;p4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4" name="Google Shape;464;p4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5" name="Google Shape;465;p4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67" name="Google Shape;467;p4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4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69" name="Google Shape;469;p4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70" name="Google Shape;470;p4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71" name="Google Shape;471;p4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2" name="Google Shape;472;p4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3" name="Google Shape;473;p4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4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4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4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0" name="Google Shape;480;p4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1" name="Google Shape;481;p4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2" name="Google Shape;482;p4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4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84" name="Google Shape;484;p4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5" name="Google Shape;485;p4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4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4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4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4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p4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494" name="Google Shape;494;p4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5" name="Google Shape;495;p4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7" name="Google Shape;497;p4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500" name="Google Shape;500;p4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3" name="Google Shape;503;p4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4" name="Google Shape;504;p4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5" name="Google Shape;505;p4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506" name="Google Shape;506;p4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7" name="Google Shape;507;p4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08" name="Google Shape;508;p4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09" name="Google Shape;509;p4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0" name="Google Shape;510;p4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1" name="Google Shape;511;p4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2" name="Google Shape;512;p4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3" name="Google Shape;513;p4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4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5" name="Google Shape;515;p4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4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7" name="Google Shape;517;p4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8" name="Google Shape;518;p4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9" name="Google Shape;519;p4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0" name="Google Shape;520;p4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23" name="Google Shape;523;p4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24" name="Google Shape;524;p4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5" name="Google Shape;525;p4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6" name="Google Shape;526;p4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7" name="Google Shape;527;p4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8" name="Google Shape;528;p4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29" name="Google Shape;529;p4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0" name="Google Shape;530;p4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1" name="Google Shape;531;p4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2" name="Google Shape;532;p4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3" name="Google Shape;533;p4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4" name="Google Shape;534;p4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5" name="Google Shape;535;p4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6" name="Google Shape;536;p4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7" name="Google Shape;537;p4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8" name="Google Shape;538;p4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9" name="Google Shape;539;p4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0" name="Google Shape;540;p4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1" name="Google Shape;541;p4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42" name="Google Shape;542;p4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3" name="Google Shape;543;p4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544" name="Google Shape;544;p4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5" name="Google Shape;545;p4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6" name="Google Shape;546;p4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4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550" name="Google Shape;550;p4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1" name="Google Shape;551;p4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2" name="Google Shape;552;p4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3" name="Google Shape;553;p4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554" name="Google Shape;554;p4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5" name="Google Shape;555;p4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6" name="Google Shape;556;p4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9" name="Google Shape;559;p5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60" name="Google Shape;560;p5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561" name="Google Shape;561;p5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562" name="Google Shape;562;p5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63" name="Google Shape;563;p5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64" name="Google Shape;564;p5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5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66" name="Google Shape;566;p5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67" name="Google Shape;567;p5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68" name="Google Shape;568;p5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69" name="Google Shape;569;p5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0" name="Google Shape;570;p5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71" name="Google Shape;571;p5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2" name="Google Shape;572;p5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3" name="Google Shape;573;p5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4" name="Google Shape;574;p5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75" name="Google Shape;575;p5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6" name="Google Shape;576;p5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7" name="Google Shape;577;p5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8" name="Google Shape;578;p5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79" name="Google Shape;579;p5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0" name="Google Shape;580;p5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1" name="Google Shape;581;p5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582" name="Google Shape;582;p5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3" name="Google Shape;583;p5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4" name="Google Shape;584;p5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7" name="Google Shape;587;p5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88" name="Google Shape;588;p5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89" name="Google Shape;589;p5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90" name="Google Shape;590;p5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591" name="Google Shape;591;p5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5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5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4" name="Google Shape;594;p5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5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98" name="Google Shape;598;p5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599" name="Google Shape;599;p5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0" name="Google Shape;600;p5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1" name="Google Shape;601;p5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2" name="Google Shape;602;p5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3" name="Google Shape;603;p5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604" name="Google Shape;604;p5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5" name="Google Shape;605;p5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6" name="Google Shape;606;p5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09" name="Google Shape;609;p5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0" name="Google Shape;610;p5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1" name="Google Shape;611;p5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12" name="Google Shape;612;p5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3" name="Google Shape;613;p5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4" name="Google Shape;614;p5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5" name="Google Shape;615;p5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6" name="Google Shape;616;p5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7" name="Google Shape;617;p5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18" name="Google Shape;618;p5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19" name="Google Shape;619;p5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20" name="Google Shape;620;p5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21" name="Google Shape;621;p5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622" name="Google Shape;622;p5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3" name="Google Shape;623;p5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24" name="Google Shape;624;p5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5" name="Google Shape;625;p5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5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29" name="Google Shape;629;p5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30" name="Google Shape;630;p5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31" name="Google Shape;631;p5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2" name="Google Shape;632;p5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3" name="Google Shape;633;p5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4" name="Google Shape;634;p5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5" name="Google Shape;635;p5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6" name="Google Shape;636;p5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7" name="Google Shape;637;p5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8" name="Google Shape;638;p5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9" name="Google Shape;639;p5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0" name="Google Shape;640;p5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1" name="Google Shape;641;p5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42" name="Google Shape;642;p5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3" name="Google Shape;643;p5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4" name="Google Shape;644;p5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5" name="Google Shape;645;p5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5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8" name="Google Shape;648;p5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5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0" name="Google Shape;650;p5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1" name="Google Shape;651;p5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2" name="Google Shape;652;p5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3" name="Google Shape;653;p5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5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55" name="Google Shape;655;p5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6" name="Google Shape;656;p5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57" name="Google Shape;657;p5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58" name="Google Shape;658;p5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9" name="Google Shape;659;p5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60" name="Google Shape;660;p5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1" name="Google Shape;661;p5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2" name="Google Shape;662;p5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63" name="Google Shape;663;p5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4" name="Google Shape;664;p5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5" name="Google Shape;665;p5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7" name="Google Shape;667;p5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70" name="Google Shape;670;p5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5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2" name="Google Shape;672;p5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3" name="Google Shape;673;p5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74" name="Google Shape;674;p5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5" name="Google Shape;675;p5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676" name="Google Shape;676;p5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7" name="Google Shape;677;p5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8" name="Google Shape;678;p5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9" name="Google Shape;679;p5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0" name="Google Shape;680;p5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1" name="Google Shape;681;p5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4" name="Google Shape;684;p5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5" name="Google Shape;685;p5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86" name="Google Shape;686;p5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7" name="Google Shape;687;p5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8" name="Google Shape;688;p5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9" name="Google Shape;689;p5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0" name="Google Shape;690;p5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1" name="Google Shape;691;p5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2" name="Google Shape;692;p5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3" name="Google Shape;693;p5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4" name="Google Shape;694;p5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5" name="Google Shape;695;p5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696" name="Google Shape;696;p5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5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8" name="Google Shape;698;p5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9" name="Google Shape;699;p5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00" name="Google Shape;700;p5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1" name="Google Shape;701;p5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2" name="Google Shape;702;p5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3" name="Google Shape;703;p5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4" name="Google Shape;704;p5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5" name="Google Shape;705;p5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6" name="Google Shape;706;p5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7" name="Google Shape;707;p5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8" name="Google Shape;708;p5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9" name="Google Shape;709;p5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10" name="Google Shape;710;p5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1" name="Google Shape;711;p5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714" name="Google Shape;714;p5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5" name="Google Shape;715;p5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16" name="Google Shape;716;p5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7" name="Google Shape;717;p5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18" name="Google Shape;718;p5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9" name="Google Shape;719;p5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20" name="Google Shape;720;p5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21" name="Google Shape;721;p5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22" name="Google Shape;722;p5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3" name="Google Shape;723;p5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4" name="Google Shape;724;p5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5" name="Google Shape;725;p5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6" name="Google Shape;726;p5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7" name="Google Shape;727;p5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8" name="Google Shape;728;p5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5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0" name="Google Shape;730;p5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1" name="Google Shape;731;p5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2" name="Google Shape;732;p5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3" name="Google Shape;733;p5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4" name="Google Shape;734;p5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5" name="Google Shape;735;p5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7" name="Google Shape;737;p5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38" name="Google Shape;738;p5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9" name="Google Shape;739;p5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42" name="Google Shape;742;p5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43" name="Google Shape;743;p5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44" name="Google Shape;744;p5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5" name="Google Shape;745;p5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6" name="Google Shape;746;p5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7" name="Google Shape;747;p5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5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5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0" name="Google Shape;750;p5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1" name="Google Shape;751;p5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752" name="Google Shape;752;p5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5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4" name="Google Shape;754;p5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5" name="Google Shape;755;p5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6" name="Google Shape;756;p5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59" name="Google Shape;759;p6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7" name="Google Shape;767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68" name="Google Shape;768;p6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73" name="Google Shape;773;p6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78" name="Google Shape;778;p6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9" name="Google Shape;779;p6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4" name="Google Shape;784;p6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8" name="Google Shape;788;p7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89" name="Google Shape;789;p7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0" name="Google Shape;790;p7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1" name="Google Shape;791;p7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2" name="Google Shape;792;p7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3" name="Google Shape;793;p7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6" name="Google Shape;796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97" name="Google Shape;797;p7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7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1" name="Google Shape;801;p7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2" name="Google Shape;802;p7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3" name="Google Shape;803;p7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6" name="Google Shape;806;p7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7" name="Google Shape;807;p7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7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9" name="Google Shape;809;p7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0" name="Google Shape;810;p7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1" name="Google Shape;811;p7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4" name="Google Shape;814;p7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5" name="Google Shape;815;p7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6" name="Google Shape;816;p7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7" name="Google Shape;817;p7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8" name="Google Shape;818;p7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9" name="Google Shape;819;p7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0" name="Google Shape;820;p7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1" name="Google Shape;821;p7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4" name="Google Shape;824;p7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7" name="Google Shape;827;p7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8" name="Google Shape;828;p7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9" name="Google Shape;829;p7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0" name="Google Shape;830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7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32" name="Google Shape;832;p7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5" name="Google Shape;835;p7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6" name="Google Shape;836;p7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7" name="Google Shape;837;p7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8" name="Google Shape;838;p7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9" name="Google Shape;839;p7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0" name="Google Shape;840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1" name="Google Shape;841;p7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2" name="Google Shape;842;p7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3" name="Google Shape;843;p7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8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p8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0" name="Google Shape;850;p8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8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2" name="Google Shape;852;p8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3" name="Google Shape;853;p8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4" name="Google Shape;854;p8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8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8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82"/>
          <p:cNvPicPr preferRelativeResize="0"/>
          <p:nvPr/>
        </p:nvPicPr>
        <p:blipFill rotWithShape="1">
          <a:blip r:embed="rId2">
            <a:alphaModFix amt="50000"/>
          </a:blip>
          <a:srcRect l="3134" t="16786" r="7835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8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4" name="Google Shape;864;p8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5" name="Google Shape;865;p8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6" name="Google Shape;866;p8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7" name="Google Shape;867;p8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8" name="Google Shape;868;p8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9" name="Google Shape;869;p8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0" name="Google Shape;870;p8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71" name="Google Shape;871;p8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2" name="Google Shape;872;p8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3" name="Google Shape;873;p8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4" name="Google Shape;874;p8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5" name="Google Shape;875;p8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8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878" name="Google Shape;878;p8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79" name="Google Shape;879;p8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0" name="Google Shape;880;p8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1" name="Google Shape;881;p8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2" name="Google Shape;882;p8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3" name="Google Shape;883;p8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84" name="Google Shape;884;p8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7" name="Google Shape;887;p8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88" name="Google Shape;888;p8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9" name="Google Shape;889;p8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90" name="Google Shape;890;p8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91" name="Google Shape;891;p8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2" name="Google Shape;892;p8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93" name="Google Shape;893;p8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4" name="Google Shape;894;p8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5" name="Google Shape;895;p8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6" name="Google Shape;896;p8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7" name="Google Shape;897;p8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898" name="Google Shape;898;p8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899" name="Google Shape;899;p8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02" name="Google Shape;902;p8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8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8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05" name="Google Shape;905;p8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6" name="Google Shape;906;p8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7" name="Google Shape;907;p8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8" name="Google Shape;908;p8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9" name="Google Shape;909;p8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910" name="Google Shape;910;p8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1" name="Google Shape;911;p8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2" name="Google Shape;912;p8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3" name="Google Shape;913;p8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6" name="Google Shape;916;p8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7" name="Google Shape;917;p8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8" name="Google Shape;918;p8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9" name="Google Shape;919;p8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920" name="Google Shape;920;p8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1" name="Google Shape;921;p8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2" name="Google Shape;922;p8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3" name="Google Shape;923;p8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4" name="Google Shape;924;p8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5" name="Google Shape;925;p8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926" name="Google Shape;926;p8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8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9" name="Google Shape;929;p8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30" name="Google Shape;930;p8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31" name="Google Shape;931;p8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932" name="Google Shape;932;p8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3" name="Google Shape;933;p8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4" name="Google Shape;934;p8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5" name="Google Shape;935;p8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6" name="Google Shape;936;p8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7" name="Google Shape;937;p8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8" name="Google Shape;938;p8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9" name="Google Shape;939;p8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0" name="Google Shape;940;p8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1" name="Google Shape;941;p8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2" name="Google Shape;942;p8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3" name="Google Shape;943;p8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4" name="Google Shape;944;p8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5" name="Google Shape;945;p8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6" name="Google Shape;946;p8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49" name="Google Shape;949;p8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0" name="Google Shape;950;p8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1" name="Google Shape;951;p8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2" name="Google Shape;952;p8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3" name="Google Shape;953;p8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4" name="Google Shape;954;p8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5" name="Google Shape;955;p8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56" name="Google Shape;956;p8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7" name="Google Shape;957;p8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8" name="Google Shape;958;p8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59" name="Google Shape;959;p8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0" name="Google Shape;960;p8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1" name="Google Shape;961;p8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62" name="Google Shape;962;p8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3" name="Google Shape;963;p8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4" name="Google Shape;964;p8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65" name="Google Shape;965;p8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6" name="Google Shape;966;p8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7" name="Google Shape;967;p8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68" name="Google Shape;968;p8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9" name="Google Shape;969;p8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970" name="Google Shape;970;p8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1" name="Google Shape;971;p8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2" name="Google Shape;972;p8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975" name="Google Shape;975;p8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976" name="Google Shape;976;p8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7" name="Google Shape;977;p8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8" name="Google Shape;978;p8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9" name="Google Shape;979;p8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980" name="Google Shape;980;p8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1" name="Google Shape;981;p8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82" name="Google Shape;982;p8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9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85" name="Google Shape;985;p9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86" name="Google Shape;986;p9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987" name="Google Shape;987;p9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988" name="Google Shape;988;p9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989" name="Google Shape;989;p9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990" name="Google Shape;990;p9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1" name="Google Shape;991;p9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92" name="Google Shape;992;p9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993" name="Google Shape;993;p9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4" name="Google Shape;994;p9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5" name="Google Shape;995;p9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996" name="Google Shape;996;p9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997" name="Google Shape;997;p9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8" name="Google Shape;998;p9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9" name="Google Shape;999;p9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000" name="Google Shape;1000;p9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001" name="Google Shape;1001;p9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2" name="Google Shape;1002;p9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3" name="Google Shape;1003;p9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004" name="Google Shape;1004;p9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005" name="Google Shape;1005;p9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6" name="Google Shape;1006;p9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7" name="Google Shape;1007;p9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008" name="Google Shape;1008;p9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9" name="Google Shape;1009;p9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0" name="Google Shape;1010;p9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p9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13" name="Google Shape;1013;p9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14" name="Google Shape;1014;p9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5" name="Google Shape;1015;p9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6" name="Google Shape;1016;p9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7" name="Google Shape;1017;p9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018" name="Google Shape;1018;p9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9" name="Google Shape;1019;p9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0" name="Google Shape;1020;p9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1" name="Google Shape;1021;p9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2" name="Google Shape;1022;p9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025" name="Google Shape;1025;p9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026" name="Google Shape;1026;p9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7" name="Google Shape;1027;p9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8" name="Google Shape;1028;p9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9" name="Google Shape;1029;p9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30" name="Google Shape;1030;p9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031" name="Google Shape;1031;p9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2" name="Google Shape;1032;p9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3" name="Google Shape;1033;p9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9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36" name="Google Shape;1036;p9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37" name="Google Shape;1037;p9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38" name="Google Shape;1038;p9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39" name="Google Shape;1039;p9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0" name="Google Shape;1040;p9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1" name="Google Shape;1041;p9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42" name="Google Shape;1042;p9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3" name="Google Shape;1043;p9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4" name="Google Shape;1044;p9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45" name="Google Shape;1045;p9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46" name="Google Shape;1046;p9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47" name="Google Shape;1047;p9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48" name="Google Shape;1048;p9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049" name="Google Shape;1049;p9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0" name="Google Shape;1050;p9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51" name="Google Shape;1051;p9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2" name="Google Shape;1052;p9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055" name="Google Shape;1055;p9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56" name="Google Shape;1056;p9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57" name="Google Shape;1057;p9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58" name="Google Shape;1058;p9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9" name="Google Shape;1059;p9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0" name="Google Shape;1060;p9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1" name="Google Shape;1061;p9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2" name="Google Shape;1062;p9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3" name="Google Shape;1063;p9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4" name="Google Shape;1064;p9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5" name="Google Shape;1065;p9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6" name="Google Shape;1066;p9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7" name="Google Shape;1067;p9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8" name="Google Shape;1068;p9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9" name="Google Shape;1069;p9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70" name="Google Shape;1070;p9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71" name="Google Shape;1071;p9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72" name="Google Shape;1072;p9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9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5" name="Google Shape;1075;p9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6" name="Google Shape;1076;p9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7" name="Google Shape;1077;p9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8" name="Google Shape;1078;p9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9" name="Google Shape;1079;p9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80" name="Google Shape;1080;p9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1" name="Google Shape;1081;p9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2" name="Google Shape;1082;p9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3" name="Google Shape;1083;p9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4" name="Google Shape;1084;p9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5" name="Google Shape;1085;p9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6" name="Google Shape;1086;p9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7" name="Google Shape;1087;p9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8" name="Google Shape;1088;p9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9" name="Google Shape;1089;p9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90" name="Google Shape;1090;p9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91" name="Google Shape;1091;p9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2" name="Google Shape;1092;p9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3" name="Google Shape;1093;p9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4" name="Google Shape;1094;p9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9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97" name="Google Shape;1097;p9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8" name="Google Shape;1098;p9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99" name="Google Shape;1099;p9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0" name="Google Shape;1100;p9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01" name="Google Shape;1101;p9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2" name="Google Shape;1102;p9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103" name="Google Shape;1103;p9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4" name="Google Shape;1104;p9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5" name="Google Shape;1105;p9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6" name="Google Shape;1106;p9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7" name="Google Shape;1107;p9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8" name="Google Shape;1108;p9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9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11" name="Google Shape;1111;p9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12" name="Google Shape;1112;p9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13" name="Google Shape;1113;p9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4" name="Google Shape;1114;p9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5" name="Google Shape;1115;p9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6" name="Google Shape;1116;p9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7" name="Google Shape;1117;p9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8" name="Google Shape;1118;p9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9" name="Google Shape;1119;p9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0" name="Google Shape;1120;p9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1" name="Google Shape;1121;p9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2" name="Google Shape;1122;p9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123" name="Google Shape;1123;p9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4" name="Google Shape;1124;p9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5" name="Google Shape;1125;p9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6" name="Google Shape;1126;p9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27" name="Google Shape;1127;p9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8" name="Google Shape;1128;p9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9" name="Google Shape;1129;p9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0" name="Google Shape;1130;p9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1" name="Google Shape;1131;p9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2" name="Google Shape;1132;p9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3" name="Google Shape;1133;p9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4" name="Google Shape;1134;p9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5" name="Google Shape;1135;p9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6" name="Google Shape;1136;p9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37" name="Google Shape;1137;p9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8" name="Google Shape;1138;p9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9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141" name="Google Shape;1141;p9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2" name="Google Shape;1142;p9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43" name="Google Shape;1143;p9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4" name="Google Shape;1144;p9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45" name="Google Shape;1145;p9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6" name="Google Shape;1146;p9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47" name="Google Shape;1147;p9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48" name="Google Shape;1148;p9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49" name="Google Shape;1149;p9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0" name="Google Shape;1150;p9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51" name="Google Shape;1151;p9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2" name="Google Shape;1152;p9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3" name="Google Shape;1153;p9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4" name="Google Shape;1154;p9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5" name="Google Shape;1155;p9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6" name="Google Shape;1156;p9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7" name="Google Shape;1157;p9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8" name="Google Shape;1158;p9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9" name="Google Shape;1159;p9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60" name="Google Shape;1160;p9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1" name="Google Shape;1161;p9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2" name="Google Shape;1162;p9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3" name="Google Shape;1163;p9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4" name="Google Shape;1164;p9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65" name="Google Shape;1165;p9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66" name="Google Shape;1166;p9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69" name="Google Shape;1169;p9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70" name="Google Shape;1170;p9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71" name="Google Shape;1171;p9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2" name="Google Shape;1172;p9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3" name="Google Shape;1173;p9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4" name="Google Shape;1174;p9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5" name="Google Shape;1175;p9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176" name="Google Shape;1176;p9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7" name="Google Shape;1177;p9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78" name="Google Shape;1178;p9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179" name="Google Shape;1179;p9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180" name="Google Shape;1180;p9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1" name="Google Shape;1181;p9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2" name="Google Shape;1182;p9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3" name="Google Shape;1183;p9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0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86" name="Google Shape;1186;p10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0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0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1" name="Google Shape;1191;p1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4" name="Google Shape;1194;p1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95" name="Google Shape;1195;p10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0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0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00" name="Google Shape;1200;p10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0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0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05" name="Google Shape;1205;p10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06" name="Google Shape;1206;p10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0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0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1" name="Google Shape;1211;p10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1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5" name="Google Shape;1215;p11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6" name="Google Shape;1216;p11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7" name="Google Shape;1217;p11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8" name="Google Shape;1218;p11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9" name="Google Shape;1219;p11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20" name="Google Shape;1220;p11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3" name="Google Shape;1223;p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4" name="Google Shape;1224;p11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1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7" name="Google Shape;1227;p11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8" name="Google Shape;1228;p11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9" name="Google Shape;1229;p11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0" name="Google Shape;1230;p11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1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33" name="Google Shape;1233;p11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34" name="Google Shape;1234;p11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5" name="Google Shape;1235;p11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6" name="Google Shape;1236;p11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7" name="Google Shape;1237;p11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8" name="Google Shape;1238;p11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1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1" name="Google Shape;1241;p11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2" name="Google Shape;1242;p11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3" name="Google Shape;1243;p11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4" name="Google Shape;1244;p11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5" name="Google Shape;1245;p11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6" name="Google Shape;1246;p11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7" name="Google Shape;1247;p11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8" name="Google Shape;1248;p11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51" name="Google Shape;1251;p11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1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54" name="Google Shape;1254;p11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5" name="Google Shape;1255;p11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6" name="Google Shape;1256;p11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57" name="Google Shape;1257;p1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11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59" name="Google Shape;1259;p11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1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2" name="Google Shape;1262;p11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3" name="Google Shape;1263;p11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4" name="Google Shape;1264;p11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5" name="Google Shape;1265;p11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6" name="Google Shape;1266;p11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7" name="Google Shape;1267;p1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8" name="Google Shape;1268;p11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9" name="Google Shape;1269;p11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70" name="Google Shape;1270;p11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1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2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5" name="Google Shape;1275;p12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6" name="Google Shape;1276;p12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7" name="Google Shape;1277;p12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8" name="Google Shape;1278;p12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9" name="Google Shape;1279;p12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0" name="Google Shape;1280;p12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1" name="Google Shape;1281;p12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2" name="Google Shape;1282;p12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12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9" name="Google Shape;1289;p122"/>
          <p:cNvPicPr preferRelativeResize="0"/>
          <p:nvPr/>
        </p:nvPicPr>
        <p:blipFill rotWithShape="1">
          <a:blip r:embed="rId2">
            <a:alphaModFix amt="50000"/>
          </a:blip>
          <a:srcRect l="3134" t="16786" r="7835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2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1" name="Google Shape;1291;p12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92" name="Google Shape;1292;p12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3" name="Google Shape;1293;p12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4" name="Google Shape;1294;p12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5" name="Google Shape;1295;p1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6" name="Google Shape;1296;p1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7" name="Google Shape;1297;p12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298" name="Google Shape;1298;p1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9" name="Google Shape;1299;p12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0" name="Google Shape;1300;p12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1" name="Google Shape;1301;p12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2" name="Google Shape;1302;p12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2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305" name="Google Shape;1305;p12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306" name="Google Shape;1306;p12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7" name="Google Shape;1307;p12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8" name="Google Shape;1308;p12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9" name="Google Shape;1309;p1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0" name="Google Shape;1310;p1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11" name="Google Shape;1311;p1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2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4" name="Google Shape;1314;p12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15" name="Google Shape;1315;p12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6" name="Google Shape;1316;p12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7" name="Google Shape;1317;p12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8" name="Google Shape;1318;p1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9" name="Google Shape;1319;p1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20" name="Google Shape;1320;p1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1" name="Google Shape;1321;p12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2" name="Google Shape;1322;p12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3" name="Google Shape;1323;p12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4" name="Google Shape;1324;p12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25" name="Google Shape;1325;p12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26" name="Google Shape;1326;p12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2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12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0" name="Google Shape;1330;p12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1" name="Google Shape;1331;p12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32" name="Google Shape;1332;p12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3" name="Google Shape;1333;p12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4" name="Google Shape;1334;p12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5" name="Google Shape;1335;p1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36" name="Google Shape;1336;p1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37" name="Google Shape;1337;p12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8" name="Google Shape;1338;p12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9" name="Google Shape;1339;p12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0" name="Google Shape;1340;p1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2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3" name="Google Shape;1343;p12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4" name="Google Shape;1344;p12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5" name="Google Shape;1345;p12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6" name="Google Shape;1346;p12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347" name="Google Shape;1347;p12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8" name="Google Shape;1348;p12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9" name="Google Shape;1349;p12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0" name="Google Shape;1350;p1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1" name="Google Shape;1351;p1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2" name="Google Shape;1352;p12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353" name="Google Shape;1353;p1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2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2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7" name="Google Shape;1357;p12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8" name="Google Shape;1358;p12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9" name="Google Shape;1359;p12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360" name="Google Shape;1360;p1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1" name="Google Shape;1361;p12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2" name="Google Shape;1362;p12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3" name="Google Shape;1363;p12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4" name="Google Shape;1364;p12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5" name="Google Shape;1365;p12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6" name="Google Shape;1366;p12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7" name="Google Shape;1367;p12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8" name="Google Shape;1368;p12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9" name="Google Shape;1369;p12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0" name="Google Shape;1370;p12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1" name="Google Shape;1371;p12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2" name="Google Shape;1372;p12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3" name="Google Shape;1373;p1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4" name="Google Shape;1374;p1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2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77" name="Google Shape;1377;p12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78" name="Google Shape;1378;p12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79" name="Google Shape;1379;p12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80" name="Google Shape;1380;p12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81" name="Google Shape;1381;p12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82" name="Google Shape;1382;p12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3" name="Google Shape;1383;p12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84" name="Google Shape;1384;p12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5" name="Google Shape;1385;p12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6" name="Google Shape;1386;p12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87" name="Google Shape;1387;p12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8" name="Google Shape;1388;p12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9" name="Google Shape;1389;p12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90" name="Google Shape;1390;p12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1" name="Google Shape;1391;p12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2" name="Google Shape;1392;p12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93" name="Google Shape;1393;p12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4" name="Google Shape;1394;p12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5" name="Google Shape;1395;p12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96" name="Google Shape;1396;p12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7" name="Google Shape;1397;p12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398" name="Google Shape;1398;p1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9" name="Google Shape;1399;p1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0" name="Google Shape;1400;p1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2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403" name="Google Shape;1403;p12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404" name="Google Shape;1404;p12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5" name="Google Shape;1405;p12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6" name="Google Shape;1406;p12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7" name="Google Shape;1407;p12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08" name="Google Shape;1408;p1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9" name="Google Shape;1409;p1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10" name="Google Shape;1410;p1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3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13" name="Google Shape;1413;p13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14" name="Google Shape;1414;p13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415" name="Google Shape;1415;p13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416" name="Google Shape;1416;p13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17" name="Google Shape;1417;p13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418" name="Google Shape;1418;p13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9" name="Google Shape;1419;p13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20" name="Google Shape;1420;p13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1" name="Google Shape;1421;p13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2" name="Google Shape;1422;p13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3" name="Google Shape;1423;p13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24" name="Google Shape;1424;p13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5" name="Google Shape;1425;p13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6" name="Google Shape;1426;p13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7" name="Google Shape;1427;p13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28" name="Google Shape;1428;p13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9" name="Google Shape;1429;p13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0" name="Google Shape;1430;p13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1" name="Google Shape;1431;p13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32" name="Google Shape;1432;p13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33" name="Google Shape;1433;p13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4" name="Google Shape;1434;p13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5" name="Google Shape;1435;p13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436" name="Google Shape;1436;p1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7" name="Google Shape;1437;p1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8" name="Google Shape;1438;p1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0" name="Google Shape;1440;p13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41" name="Google Shape;1441;p13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42" name="Google Shape;1442;p13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3" name="Google Shape;1443;p13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4" name="Google Shape;1444;p13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5" name="Google Shape;1445;p13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446" name="Google Shape;1446;p1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7" name="Google Shape;1447;p13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8" name="Google Shape;1448;p13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9" name="Google Shape;1449;p1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50" name="Google Shape;1450;p1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3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453" name="Google Shape;1453;p13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54" name="Google Shape;1454;p13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5" name="Google Shape;1455;p13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6" name="Google Shape;1456;p13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7" name="Google Shape;1457;p13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8" name="Google Shape;1458;p13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459" name="Google Shape;1459;p13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0" name="Google Shape;1460;p13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1" name="Google Shape;1461;p13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13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64" name="Google Shape;1464;p13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5" name="Google Shape;1465;p13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6" name="Google Shape;1466;p13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67" name="Google Shape;1467;p13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8" name="Google Shape;1468;p13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9" name="Google Shape;1469;p13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70" name="Google Shape;1470;p13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1" name="Google Shape;1471;p13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2" name="Google Shape;1472;p13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73" name="Google Shape;1473;p13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74" name="Google Shape;1474;p13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75" name="Google Shape;1475;p13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76" name="Google Shape;1476;p13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477" name="Google Shape;1477;p13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8" name="Google Shape;1478;p13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79" name="Google Shape;1479;p13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0" name="Google Shape;1480;p13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3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483" name="Google Shape;1483;p13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84" name="Google Shape;1484;p13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85" name="Google Shape;1485;p13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86" name="Google Shape;1486;p13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7" name="Google Shape;1487;p13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88" name="Google Shape;1488;p13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89" name="Google Shape;1489;p13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0" name="Google Shape;1490;p13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1" name="Google Shape;1491;p13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2" name="Google Shape;1492;p13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3" name="Google Shape;1493;p13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4" name="Google Shape;1494;p13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5" name="Google Shape;1495;p13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6" name="Google Shape;1496;p13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7" name="Google Shape;1497;p13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8" name="Google Shape;1498;p13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9" name="Google Shape;1499;p13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0" name="Google Shape;1500;p13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2" name="Google Shape;1502;p13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3" name="Google Shape;1503;p13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4" name="Google Shape;1504;p13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5" name="Google Shape;1505;p13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6" name="Google Shape;1506;p13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7" name="Google Shape;1507;p13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8" name="Google Shape;1508;p13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09" name="Google Shape;1509;p13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0" name="Google Shape;1510;p13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1" name="Google Shape;1511;p13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2" name="Google Shape;1512;p13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3" name="Google Shape;1513;p13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4" name="Google Shape;1514;p13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5" name="Google Shape;1515;p13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6" name="Google Shape;1516;p13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7" name="Google Shape;1517;p13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8" name="Google Shape;1518;p13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9" name="Google Shape;1519;p13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20" name="Google Shape;1520;p13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21" name="Google Shape;1521;p13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2" name="Google Shape;1522;p13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3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25" name="Google Shape;1525;p13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6" name="Google Shape;1526;p13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27" name="Google Shape;1527;p13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28" name="Google Shape;1528;p13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29" name="Google Shape;1529;p13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0" name="Google Shape;1530;p13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531" name="Google Shape;1531;p13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2" name="Google Shape;1532;p13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33" name="Google Shape;1533;p13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4" name="Google Shape;1534;p13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5" name="Google Shape;1535;p13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36" name="Google Shape;1536;p13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3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9" name="Google Shape;1539;p13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40" name="Google Shape;1540;p13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41" name="Google Shape;1541;p13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2" name="Google Shape;1542;p13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3" name="Google Shape;1543;p13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4" name="Google Shape;1544;p13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5" name="Google Shape;1545;p13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6" name="Google Shape;1546;p13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7" name="Google Shape;1547;p13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48" name="Google Shape;1548;p13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9" name="Google Shape;1549;p13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0" name="Google Shape;1550;p13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51" name="Google Shape;1551;p13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13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3" name="Google Shape;1553;p13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4" name="Google Shape;1554;p13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55" name="Google Shape;1555;p13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6" name="Google Shape;1556;p13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7" name="Google Shape;1557;p13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8" name="Google Shape;1558;p13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9" name="Google Shape;1559;p13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0" name="Google Shape;1560;p13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1" name="Google Shape;1561;p13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2" name="Google Shape;1562;p13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3" name="Google Shape;1563;p13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4" name="Google Shape;1564;p13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65" name="Google Shape;1565;p13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6" name="Google Shape;1566;p13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3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569" name="Google Shape;1569;p13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0" name="Google Shape;1570;p13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71" name="Google Shape;1571;p13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2" name="Google Shape;1572;p13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73" name="Google Shape;1573;p13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4" name="Google Shape;1574;p13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75" name="Google Shape;1575;p13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76" name="Google Shape;1576;p13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77" name="Google Shape;1577;p13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8" name="Google Shape;1578;p13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79" name="Google Shape;1579;p13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0" name="Google Shape;1580;p13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1" name="Google Shape;1581;p13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2" name="Google Shape;1582;p13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3" name="Google Shape;1583;p13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4" name="Google Shape;1584;p13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5" name="Google Shape;1585;p13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6" name="Google Shape;1586;p13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7" name="Google Shape;1587;p13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88" name="Google Shape;1588;p13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89" name="Google Shape;1589;p13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0" name="Google Shape;1590;p13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1" name="Google Shape;1591;p13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2" name="Google Shape;1592;p13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93" name="Google Shape;1593;p13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4" name="Google Shape;1594;p13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3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97" name="Google Shape;1597;p13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98" name="Google Shape;1598;p13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99" name="Google Shape;1599;p13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0" name="Google Shape;1600;p13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1" name="Google Shape;1601;p13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2" name="Google Shape;1602;p13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3" name="Google Shape;1603;p13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604" name="Google Shape;1604;p13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05" name="Google Shape;1605;p13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06" name="Google Shape;1606;p13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07" name="Google Shape;1607;p13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608" name="Google Shape;1608;p13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09" name="Google Shape;1609;p13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10" name="Google Shape;1610;p13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11" name="Google Shape;1611;p13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4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14" name="Google Shape;1614;p14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19" name="Google Shape;1619;p1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2" name="Google Shape;1622;p1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23" name="Google Shape;1623;p14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4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28" name="Google Shape;1628;p14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4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4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33" name="Google Shape;1633;p14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34" name="Google Shape;1634;p14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4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4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9" name="Google Shape;1639;p14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5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43" name="Google Shape;1643;p15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4" name="Google Shape;1644;p15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5" name="Google Shape;1645;p15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6" name="Google Shape;1646;p15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7" name="Google Shape;1647;p15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8" name="Google Shape;1648;p15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1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51" name="Google Shape;1651;p1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2" name="Google Shape;1652;p15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5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55" name="Google Shape;1655;p15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6" name="Google Shape;1656;p15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7" name="Google Shape;1657;p15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58" name="Google Shape;1658;p15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5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1" name="Google Shape;1661;p15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2" name="Google Shape;1662;p15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3" name="Google Shape;1663;p15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4" name="Google Shape;1664;p15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5" name="Google Shape;1665;p15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6" name="Google Shape;1666;p15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5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9" name="Google Shape;1669;p15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0" name="Google Shape;1670;p15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1" name="Google Shape;1671;p15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2" name="Google Shape;1672;p15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3" name="Google Shape;1673;p15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4" name="Google Shape;1674;p15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5" name="Google Shape;1675;p15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6" name="Google Shape;1676;p15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9" name="Google Shape;1679;p15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5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82" name="Google Shape;1682;p15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3" name="Google Shape;1683;p15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4" name="Google Shape;1684;p15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85" name="Google Shape;1685;p1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86" name="Google Shape;1686;p15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87" name="Google Shape;1687;p15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5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0" name="Google Shape;1690;p15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1" name="Google Shape;1691;p15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2" name="Google Shape;1692;p15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3" name="Google Shape;1693;p15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4" name="Google Shape;1694;p15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5" name="Google Shape;1695;p1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96" name="Google Shape;1696;p15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7" name="Google Shape;1697;p15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8" name="Google Shape;1698;p15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5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6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3" name="Google Shape;1703;p16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4" name="Google Shape;1704;p16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5" name="Google Shape;1705;p16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6" name="Google Shape;1706;p16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7" name="Google Shape;1707;p16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8" name="Google Shape;1708;p16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09" name="Google Shape;1709;p16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0" name="Google Shape;1710;p16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1" name="Google Shape;1711;p16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65.xml"/><Relationship Id="rId39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73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64.xml"/><Relationship Id="rId33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77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29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63.xml"/><Relationship Id="rId32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76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7.xml"/><Relationship Id="rId36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70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74.xml"/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26" Type="http://schemas.openxmlformats.org/officeDocument/2006/relationships/slideLayout" Target="../slideLayouts/slideLayout104.xml"/><Relationship Id="rId39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99.xml"/><Relationship Id="rId34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103.xml"/><Relationship Id="rId33" Type="http://schemas.openxmlformats.org/officeDocument/2006/relationships/slideLayout" Target="../slideLayouts/slideLayout111.xml"/><Relationship Id="rId38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8.xml"/><Relationship Id="rId29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102.xml"/><Relationship Id="rId32" Type="http://schemas.openxmlformats.org/officeDocument/2006/relationships/slideLayout" Target="../slideLayouts/slideLayout110.xml"/><Relationship Id="rId37" Type="http://schemas.openxmlformats.org/officeDocument/2006/relationships/slideLayout" Target="../slideLayouts/slideLayout115.xml"/><Relationship Id="rId40" Type="http://schemas.openxmlformats.org/officeDocument/2006/relationships/theme" Target="../theme/theme3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6.xml"/><Relationship Id="rId36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97.xml"/><Relationship Id="rId31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105.xml"/><Relationship Id="rId30" Type="http://schemas.openxmlformats.org/officeDocument/2006/relationships/slideLayout" Target="../slideLayouts/slideLayout108.xml"/><Relationship Id="rId35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0.xml"/><Relationship Id="rId18" Type="http://schemas.openxmlformats.org/officeDocument/2006/relationships/slideLayout" Target="../slideLayouts/slideLayout135.xml"/><Relationship Id="rId26" Type="http://schemas.openxmlformats.org/officeDocument/2006/relationships/slideLayout" Target="../slideLayouts/slideLayout143.xml"/><Relationship Id="rId39" Type="http://schemas.openxmlformats.org/officeDocument/2006/relationships/slideLayout" Target="../slideLayouts/slideLayout156.xml"/><Relationship Id="rId21" Type="http://schemas.openxmlformats.org/officeDocument/2006/relationships/slideLayout" Target="../slideLayouts/slideLayout138.xml"/><Relationship Id="rId34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17" Type="http://schemas.openxmlformats.org/officeDocument/2006/relationships/slideLayout" Target="../slideLayouts/slideLayout134.xml"/><Relationship Id="rId25" Type="http://schemas.openxmlformats.org/officeDocument/2006/relationships/slideLayout" Target="../slideLayouts/slideLayout142.xml"/><Relationship Id="rId33" Type="http://schemas.openxmlformats.org/officeDocument/2006/relationships/slideLayout" Target="../slideLayouts/slideLayout150.xml"/><Relationship Id="rId38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33.xml"/><Relationship Id="rId20" Type="http://schemas.openxmlformats.org/officeDocument/2006/relationships/slideLayout" Target="../slideLayouts/slideLayout137.xml"/><Relationship Id="rId29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24" Type="http://schemas.openxmlformats.org/officeDocument/2006/relationships/slideLayout" Target="../slideLayouts/slideLayout141.xml"/><Relationship Id="rId32" Type="http://schemas.openxmlformats.org/officeDocument/2006/relationships/slideLayout" Target="../slideLayouts/slideLayout149.xml"/><Relationship Id="rId37" Type="http://schemas.openxmlformats.org/officeDocument/2006/relationships/slideLayout" Target="../slideLayouts/slideLayout154.xml"/><Relationship Id="rId40" Type="http://schemas.openxmlformats.org/officeDocument/2006/relationships/theme" Target="../theme/theme4.xml"/><Relationship Id="rId5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32.xml"/><Relationship Id="rId23" Type="http://schemas.openxmlformats.org/officeDocument/2006/relationships/slideLayout" Target="../slideLayouts/slideLayout140.xml"/><Relationship Id="rId28" Type="http://schemas.openxmlformats.org/officeDocument/2006/relationships/slideLayout" Target="../slideLayouts/slideLayout145.xml"/><Relationship Id="rId36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27.xml"/><Relationship Id="rId19" Type="http://schemas.openxmlformats.org/officeDocument/2006/relationships/slideLayout" Target="../slideLayouts/slideLayout136.xml"/><Relationship Id="rId31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31.xml"/><Relationship Id="rId22" Type="http://schemas.openxmlformats.org/officeDocument/2006/relationships/slideLayout" Target="../slideLayouts/slideLayout139.xml"/><Relationship Id="rId27" Type="http://schemas.openxmlformats.org/officeDocument/2006/relationships/slideLayout" Target="../slideLayouts/slideLayout144.xml"/><Relationship Id="rId30" Type="http://schemas.openxmlformats.org/officeDocument/2006/relationships/slideLayout" Target="../slideLayouts/slideLayout147.xml"/><Relationship Id="rId35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4" name="Google Shape;434;p4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5" name="Google Shape;435;p4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9" name="Google Shape;859;p8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0" name="Google Shape;860;p8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52" r:id="rId27"/>
    <p:sldLayoutId id="2147483753" r:id="rId28"/>
    <p:sldLayoutId id="2147483754" r:id="rId29"/>
    <p:sldLayoutId id="2147483755" r:id="rId30"/>
    <p:sldLayoutId id="2147483756" r:id="rId31"/>
    <p:sldLayoutId id="2147483757" r:id="rId32"/>
    <p:sldLayoutId id="2147483758" r:id="rId33"/>
    <p:sldLayoutId id="2147483759" r:id="rId34"/>
    <p:sldLayoutId id="2147483760" r:id="rId35"/>
    <p:sldLayoutId id="2147483761" r:id="rId36"/>
    <p:sldLayoutId id="2147483762" r:id="rId37"/>
    <p:sldLayoutId id="2147483763" r:id="rId38"/>
    <p:sldLayoutId id="2147483764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2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86" name="Google Shape;1286;p12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87" name="Google Shape;1287;p12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4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6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7" name="Google Shape;1717;p16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8" name="Google Shape;1718;p161"/>
          <p:cNvSpPr txBox="1">
            <a:spLocks noGrp="1"/>
          </p:cNvSpPr>
          <p:nvPr>
            <p:ph type="title"/>
          </p:nvPr>
        </p:nvSpPr>
        <p:spPr>
          <a:xfrm>
            <a:off x="3061200" y="1932350"/>
            <a:ext cx="3115500" cy="7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IRON LENS</a:t>
            </a:r>
            <a:endParaRPr b="1" dirty="0">
              <a:solidFill>
                <a:schemeClr val="tx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9" name="Google Shape;1719;p161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1"/>
              <a:t>CASPTONE</a:t>
            </a:r>
            <a:endParaRPr sz="1400" b="1" i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1720;p161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1"/>
              <a:t>V005</a:t>
            </a:r>
            <a:endParaRPr sz="1400" b="1" i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1" name="Google Shape;1721;p16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22" name="Google Shape;1722;p16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23" name="Google Shape;1723;p161"/>
          <p:cNvSpPr txBox="1">
            <a:spLocks noGrp="1"/>
          </p:cNvSpPr>
          <p:nvPr>
            <p:ph type="subTitle" idx="4"/>
          </p:nvPr>
        </p:nvSpPr>
        <p:spPr>
          <a:xfrm>
            <a:off x="6838260" y="468377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24" name="Google Shape;1724;p161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Daniel Aceituno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25" name="Google Shape;1725;p161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Fabian Alarcon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726" name="Google Shape;1726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6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32" name="Google Shape;1732;p16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33" name="Google Shape;1733;p16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CAPSTONE	</a:t>
            </a:r>
            <a:endParaRPr/>
          </a:p>
        </p:txBody>
      </p:sp>
      <p:pic>
        <p:nvPicPr>
          <p:cNvPr id="1734" name="Google Shape;1734;p162"/>
          <p:cNvPicPr preferRelativeResize="0"/>
          <p:nvPr/>
        </p:nvPicPr>
        <p:blipFill rotWithShape="1">
          <a:blip r:embed="rId3">
            <a:alphaModFix/>
          </a:blip>
          <a:srcRect r="567"/>
          <a:stretch/>
        </p:blipFill>
        <p:spPr>
          <a:xfrm>
            <a:off x="920400" y="679975"/>
            <a:ext cx="7168525" cy="363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21;p161">
            <a:extLst>
              <a:ext uri="{FF2B5EF4-FFF2-40B4-BE49-F238E27FC236}">
                <a16:creationId xmlns:a16="http://schemas.microsoft.com/office/drawing/2014/main" id="{AA0F9837-F01E-3C49-B821-3550AFDCE14D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3" name="Google Shape;1722;p161">
            <a:extLst>
              <a:ext uri="{FF2B5EF4-FFF2-40B4-BE49-F238E27FC236}">
                <a16:creationId xmlns:a16="http://schemas.microsoft.com/office/drawing/2014/main" id="{96FFA625-D213-68E2-929C-2AB6ECA2B5C1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4" name="Google Shape;1723;p161">
            <a:extLst>
              <a:ext uri="{FF2B5EF4-FFF2-40B4-BE49-F238E27FC236}">
                <a16:creationId xmlns:a16="http://schemas.microsoft.com/office/drawing/2014/main" id="{54F04D04-B5E4-827C-FBC2-69E9C6C23756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6" name="Google Shape;1726;p161">
            <a:extLst>
              <a:ext uri="{FF2B5EF4-FFF2-40B4-BE49-F238E27FC236}">
                <a16:creationId xmlns:a16="http://schemas.microsoft.com/office/drawing/2014/main" id="{059DDA3C-45D2-B3B0-D842-81665F81263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6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1740" name="Google Shape;1740;p16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741" name="Google Shape;1741;p163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Objetivo general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42" name="Google Shape;1742;p163"/>
          <p:cNvSpPr txBox="1">
            <a:spLocks noGrp="1"/>
          </p:cNvSpPr>
          <p:nvPr>
            <p:ph type="subTitle" idx="1"/>
          </p:nvPr>
        </p:nvSpPr>
        <p:spPr>
          <a:xfrm>
            <a:off x="4525088" y="3622825"/>
            <a:ext cx="3926400" cy="100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s-ES" sz="1400" dirty="0">
                <a:solidFill>
                  <a:schemeClr val="tx1"/>
                </a:solidFill>
              </a:rPr>
              <a:t>Ayudar a los usuarios a entrenar de forma más fácil, personalizada y ordenada, mediante una aplicación móvil que reconoce las máquinas del gimnasio, les entrega rutinas adaptadas a su perfil y les permite llevar un seguimiento de su progreso.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1743" name="Google Shape;1743;p16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dirty="0"/>
              <a:t>CAPSTONE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</p:txBody>
      </p:sp>
      <p:pic>
        <p:nvPicPr>
          <p:cNvPr id="1744" name="Google Shape;1744;p163" title="Screenshot_20260619_14493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3087" y="277824"/>
            <a:ext cx="1210425" cy="262321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745" name="Google Shape;1745;p163" title="Screenshot_20260619_144946.jpg"/>
          <p:cNvPicPr preferRelativeResize="0"/>
          <p:nvPr/>
        </p:nvPicPr>
        <p:blipFill rotWithShape="1">
          <a:blip r:embed="rId4">
            <a:alphaModFix/>
          </a:blip>
          <a:srcRect t="40" b="50"/>
          <a:stretch/>
        </p:blipFill>
        <p:spPr>
          <a:xfrm>
            <a:off x="5277863" y="290448"/>
            <a:ext cx="1210425" cy="262094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Google Shape;1726;p161">
            <a:extLst>
              <a:ext uri="{FF2B5EF4-FFF2-40B4-BE49-F238E27FC236}">
                <a16:creationId xmlns:a16="http://schemas.microsoft.com/office/drawing/2014/main" id="{FDE4DED8-996C-C256-0B4B-12BE84266BF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31;p162">
            <a:extLst>
              <a:ext uri="{FF2B5EF4-FFF2-40B4-BE49-F238E27FC236}">
                <a16:creationId xmlns:a16="http://schemas.microsoft.com/office/drawing/2014/main" id="{5D3B39D3-A290-A216-5F2D-0B3F5AA096E4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Duoc UC</a:t>
            </a:r>
          </a:p>
        </p:txBody>
      </p:sp>
      <p:sp>
        <p:nvSpPr>
          <p:cNvPr id="5" name="Google Shape;1732;p162">
            <a:extLst>
              <a:ext uri="{FF2B5EF4-FFF2-40B4-BE49-F238E27FC236}">
                <a16:creationId xmlns:a16="http://schemas.microsoft.com/office/drawing/2014/main" id="{47D9D554-7BD4-C84B-E5F0-F4BCA1CEA48E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/>
              <a:t>2026</a:t>
            </a:r>
          </a:p>
        </p:txBody>
      </p:sp>
      <p:sp>
        <p:nvSpPr>
          <p:cNvPr id="6" name="Google Shape;1733;p162">
            <a:extLst>
              <a:ext uri="{FF2B5EF4-FFF2-40B4-BE49-F238E27FC236}">
                <a16:creationId xmlns:a16="http://schemas.microsoft.com/office/drawing/2014/main" id="{87CA68A4-C28A-4053-3898-C03E20A09882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s-CL"/>
              <a:t>CAPSTONE	</a:t>
            </a:r>
          </a:p>
        </p:txBody>
      </p:sp>
      <p:sp>
        <p:nvSpPr>
          <p:cNvPr id="7" name="Google Shape;1721;p161">
            <a:extLst>
              <a:ext uri="{FF2B5EF4-FFF2-40B4-BE49-F238E27FC236}">
                <a16:creationId xmlns:a16="http://schemas.microsoft.com/office/drawing/2014/main" id="{144D33E6-E579-615B-5BE4-D1DE6A96A7A7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8" name="Google Shape;1722;p161">
            <a:extLst>
              <a:ext uri="{FF2B5EF4-FFF2-40B4-BE49-F238E27FC236}">
                <a16:creationId xmlns:a16="http://schemas.microsoft.com/office/drawing/2014/main" id="{242AB1EF-4A17-B775-07D8-01E50F3BA613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9" name="Google Shape;1723;p161">
            <a:extLst>
              <a:ext uri="{FF2B5EF4-FFF2-40B4-BE49-F238E27FC236}">
                <a16:creationId xmlns:a16="http://schemas.microsoft.com/office/drawing/2014/main" id="{66991D29-826A-ECB7-0FB7-4FECFDF41876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 dirty="0">
                <a:solidFill>
                  <a:schemeClr val="tx1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64"/>
          <p:cNvSpPr/>
          <p:nvPr/>
        </p:nvSpPr>
        <p:spPr>
          <a:xfrm>
            <a:off x="275250" y="1453250"/>
            <a:ext cx="4143000" cy="15543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1" name="Google Shape;1751;p16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52" name="Google Shape;1752;p16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53" name="Google Shape;1753;p16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54" name="Google Shape;1754;p164"/>
          <p:cNvSpPr txBox="1">
            <a:spLocks noGrp="1"/>
          </p:cNvSpPr>
          <p:nvPr>
            <p:ph type="title"/>
          </p:nvPr>
        </p:nvSpPr>
        <p:spPr>
          <a:xfrm>
            <a:off x="186300" y="200400"/>
            <a:ext cx="3904500" cy="98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especificos</a:t>
            </a:r>
            <a:endParaRPr/>
          </a:p>
        </p:txBody>
      </p:sp>
      <p:sp>
        <p:nvSpPr>
          <p:cNvPr id="1755" name="Google Shape;1755;p164"/>
          <p:cNvSpPr txBox="1">
            <a:spLocks noGrp="1"/>
          </p:cNvSpPr>
          <p:nvPr>
            <p:ph type="subTitle" idx="4"/>
          </p:nvPr>
        </p:nvSpPr>
        <p:spPr>
          <a:xfrm>
            <a:off x="2168550" y="14532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6" name="Google Shape;1756;p164"/>
          <p:cNvSpPr txBox="1">
            <a:spLocks noGrp="1"/>
          </p:cNvSpPr>
          <p:nvPr>
            <p:ph type="subTitle" idx="13"/>
          </p:nvPr>
        </p:nvSpPr>
        <p:spPr>
          <a:xfrm>
            <a:off x="383250" y="1544600"/>
            <a:ext cx="4080900" cy="146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Reducir la barrera de entrada para usuarios novatos mediante la identificación automática de maquinaria de gimnasio por visión computacional, eliminando la curva de aprendizaje al iniciar un entrenamiento.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7" name="Google Shape;1757;p164"/>
          <p:cNvSpPr/>
          <p:nvPr/>
        </p:nvSpPr>
        <p:spPr>
          <a:xfrm>
            <a:off x="4625650" y="46750"/>
            <a:ext cx="4143000" cy="14631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8" name="Google Shape;1758;p164"/>
          <p:cNvSpPr txBox="1">
            <a:spLocks noGrp="1"/>
          </p:cNvSpPr>
          <p:nvPr>
            <p:ph type="subTitle" idx="4"/>
          </p:nvPr>
        </p:nvSpPr>
        <p:spPr>
          <a:xfrm>
            <a:off x="6518950" y="467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9" name="Google Shape;1759;p164"/>
          <p:cNvSpPr txBox="1">
            <a:spLocks noGrp="1"/>
          </p:cNvSpPr>
          <p:nvPr>
            <p:ph type="subTitle" idx="13"/>
          </p:nvPr>
        </p:nvSpPr>
        <p:spPr>
          <a:xfrm>
            <a:off x="4733650" y="335350"/>
            <a:ext cx="4182000" cy="132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Implementar un motor de generación de rutinas que adapte dinámicamente los ejercicios, volumen e intensidad según el equipamiento disponible y el perfil físico del usuario.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0" name="Google Shape;1760;p164"/>
          <p:cNvSpPr/>
          <p:nvPr/>
        </p:nvSpPr>
        <p:spPr>
          <a:xfrm>
            <a:off x="4625650" y="1544599"/>
            <a:ext cx="4143000" cy="14664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1" name="Google Shape;1761;p164"/>
          <p:cNvSpPr txBox="1">
            <a:spLocks noGrp="1"/>
          </p:cNvSpPr>
          <p:nvPr>
            <p:ph type="subTitle" idx="4"/>
          </p:nvPr>
        </p:nvSpPr>
        <p:spPr>
          <a:xfrm>
            <a:off x="6518950" y="1544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2" name="Google Shape;1762;p164"/>
          <p:cNvSpPr txBox="1">
            <a:spLocks noGrp="1"/>
          </p:cNvSpPr>
          <p:nvPr>
            <p:ph type="subTitle" idx="13"/>
          </p:nvPr>
        </p:nvSpPr>
        <p:spPr>
          <a:xfrm>
            <a:off x="4733650" y="1825449"/>
            <a:ext cx="4080900" cy="106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Asegurar el registro completo de cada sesión transformando los datos de series, repeticiones y peso en métricas de progreso visualizables por el usuario.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3" name="Google Shape;1763;p164"/>
          <p:cNvSpPr/>
          <p:nvPr/>
        </p:nvSpPr>
        <p:spPr>
          <a:xfrm>
            <a:off x="4679650" y="3038900"/>
            <a:ext cx="4143000" cy="15003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4" name="Google Shape;1764;p164"/>
          <p:cNvSpPr txBox="1">
            <a:spLocks noGrp="1"/>
          </p:cNvSpPr>
          <p:nvPr>
            <p:ph type="subTitle" idx="4"/>
          </p:nvPr>
        </p:nvSpPr>
        <p:spPr>
          <a:xfrm>
            <a:off x="6572950" y="3038900"/>
            <a:ext cx="322500" cy="27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5" name="Google Shape;1765;p164"/>
          <p:cNvSpPr txBox="1">
            <a:spLocks noGrp="1"/>
          </p:cNvSpPr>
          <p:nvPr>
            <p:ph type="subTitle" idx="13"/>
          </p:nvPr>
        </p:nvSpPr>
        <p:spPr>
          <a:xfrm>
            <a:off x="4787650" y="3326218"/>
            <a:ext cx="4080900" cy="109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Diseñar una interfaz móvil intuitiva y fluida que permita al usuario registrar su entrenamiento, visualizar su progreso y acceder a sus rutinas en el menor número de pasos posible </a:t>
            </a:r>
            <a:endParaRPr/>
          </a:p>
        </p:txBody>
      </p:sp>
      <p:sp>
        <p:nvSpPr>
          <p:cNvPr id="1766" name="Google Shape;1766;p164"/>
          <p:cNvSpPr/>
          <p:nvPr/>
        </p:nvSpPr>
        <p:spPr>
          <a:xfrm>
            <a:off x="235350" y="3091612"/>
            <a:ext cx="4143000" cy="15003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7" name="Google Shape;1767;p164"/>
          <p:cNvSpPr txBox="1">
            <a:spLocks noGrp="1"/>
          </p:cNvSpPr>
          <p:nvPr>
            <p:ph type="subTitle" idx="4"/>
          </p:nvPr>
        </p:nvSpPr>
        <p:spPr>
          <a:xfrm>
            <a:off x="2121325" y="3081649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8" name="Google Shape;1768;p164"/>
          <p:cNvSpPr txBox="1">
            <a:spLocks noGrp="1"/>
          </p:cNvSpPr>
          <p:nvPr>
            <p:ph type="subTitle" idx="13"/>
          </p:nvPr>
        </p:nvSpPr>
        <p:spPr>
          <a:xfrm>
            <a:off x="289350" y="3450906"/>
            <a:ext cx="4080900" cy="109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Implementar un sistema de seguimiento que analice la tendencia de los últimos 7 días y sugiera ajustes de carga cuando el usuario supera umbrales de mejora.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7A8BCC-A3A1-F8A6-D44D-99C74A23B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8E6DB86-7A21-885D-2594-788B8030E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Google Shape;1726;p161">
            <a:extLst>
              <a:ext uri="{FF2B5EF4-FFF2-40B4-BE49-F238E27FC236}">
                <a16:creationId xmlns:a16="http://schemas.microsoft.com/office/drawing/2014/main" id="{AD0A2D97-CFE5-DCB6-CD83-4A31D69DEB4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731;p162">
            <a:extLst>
              <a:ext uri="{FF2B5EF4-FFF2-40B4-BE49-F238E27FC236}">
                <a16:creationId xmlns:a16="http://schemas.microsoft.com/office/drawing/2014/main" id="{7131EC7C-B066-7B3F-453E-A175D01A4F2D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 algn="l"/>
            <a:r>
              <a:rPr lang="es-CL"/>
              <a:t>Duoc UC</a:t>
            </a:r>
          </a:p>
        </p:txBody>
      </p:sp>
      <p:sp>
        <p:nvSpPr>
          <p:cNvPr id="17" name="Google Shape;1733;p162">
            <a:extLst>
              <a:ext uri="{FF2B5EF4-FFF2-40B4-BE49-F238E27FC236}">
                <a16:creationId xmlns:a16="http://schemas.microsoft.com/office/drawing/2014/main" id="{F8273C93-6484-353B-9917-BDB92A080292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s-CL"/>
              <a:t>CAPSTONE	</a:t>
            </a:r>
          </a:p>
        </p:txBody>
      </p:sp>
      <p:sp>
        <p:nvSpPr>
          <p:cNvPr id="18" name="Google Shape;1721;p161">
            <a:extLst>
              <a:ext uri="{FF2B5EF4-FFF2-40B4-BE49-F238E27FC236}">
                <a16:creationId xmlns:a16="http://schemas.microsoft.com/office/drawing/2014/main" id="{9158DB8D-5038-981C-AF31-AD9CAD211C91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19" name="Google Shape;1722;p161">
            <a:extLst>
              <a:ext uri="{FF2B5EF4-FFF2-40B4-BE49-F238E27FC236}">
                <a16:creationId xmlns:a16="http://schemas.microsoft.com/office/drawing/2014/main" id="{3A5C0329-DEDB-093A-62BC-BDA186082180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20" name="Google Shape;1723;p161">
            <a:extLst>
              <a:ext uri="{FF2B5EF4-FFF2-40B4-BE49-F238E27FC236}">
                <a16:creationId xmlns:a16="http://schemas.microsoft.com/office/drawing/2014/main" id="{A8FE3EA5-42BF-233B-99DD-04D9E82C4A84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 dirty="0">
                <a:solidFill>
                  <a:schemeClr val="tx1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6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4388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Alcance del proyecto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99" name="Google Shape;1799;p166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CAPSTONE</a:t>
            </a:r>
            <a:endParaRPr dirty="0"/>
          </a:p>
        </p:txBody>
      </p:sp>
      <p:sp>
        <p:nvSpPr>
          <p:cNvPr id="1800" name="Google Shape;1800;p166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01" name="Google Shape;1801;p166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2" name="Google Shape;1731;p162">
            <a:extLst>
              <a:ext uri="{FF2B5EF4-FFF2-40B4-BE49-F238E27FC236}">
                <a16:creationId xmlns:a16="http://schemas.microsoft.com/office/drawing/2014/main" id="{DE9F7446-2A2C-AC1C-8BFB-720E1433EAD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3" name="Google Shape;1732;p162">
            <a:extLst>
              <a:ext uri="{FF2B5EF4-FFF2-40B4-BE49-F238E27FC236}">
                <a16:creationId xmlns:a16="http://schemas.microsoft.com/office/drawing/2014/main" id="{DA4CFD8F-BA62-E58D-E425-69A7BA92DB7A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4" name="Google Shape;1733;p162">
            <a:extLst>
              <a:ext uri="{FF2B5EF4-FFF2-40B4-BE49-F238E27FC236}">
                <a16:creationId xmlns:a16="http://schemas.microsoft.com/office/drawing/2014/main" id="{F4CA66E2-5394-7955-9C5C-E084815BC2D2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5" name="Google Shape;1721;p161">
            <a:extLst>
              <a:ext uri="{FF2B5EF4-FFF2-40B4-BE49-F238E27FC236}">
                <a16:creationId xmlns:a16="http://schemas.microsoft.com/office/drawing/2014/main" id="{7BEE829C-485E-61F1-AA12-C0B3C9009785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6" name="Google Shape;1722;p161">
            <a:extLst>
              <a:ext uri="{FF2B5EF4-FFF2-40B4-BE49-F238E27FC236}">
                <a16:creationId xmlns:a16="http://schemas.microsoft.com/office/drawing/2014/main" id="{1DF8A41A-703C-41CF-D661-649EB42142E5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7" name="Google Shape;1723;p161">
            <a:extLst>
              <a:ext uri="{FF2B5EF4-FFF2-40B4-BE49-F238E27FC236}">
                <a16:creationId xmlns:a16="http://schemas.microsoft.com/office/drawing/2014/main" id="{F256A11E-CADC-D63B-9947-061142589DEC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4F13E67-7F33-262C-47CC-C02FF823B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10264"/>
            <a:ext cx="8750020" cy="3206272"/>
          </a:xfrm>
          <a:prstGeom prst="rect">
            <a:avLst/>
          </a:prstGeom>
        </p:spPr>
      </p:pic>
      <p:pic>
        <p:nvPicPr>
          <p:cNvPr id="15" name="Google Shape;1726;p161">
            <a:extLst>
              <a:ext uri="{FF2B5EF4-FFF2-40B4-BE49-F238E27FC236}">
                <a16:creationId xmlns:a16="http://schemas.microsoft.com/office/drawing/2014/main" id="{48E5B48F-0395-9E16-E03F-1C069D91C0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67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53691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Limitaciones del proyecto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09" name="Google Shape;1809;p167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10" name="Google Shape;1810;p167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11" name="Google Shape;1811;p167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13" name="Google Shape;1813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428" y="1209000"/>
            <a:ext cx="4702999" cy="32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31;p162">
            <a:extLst>
              <a:ext uri="{FF2B5EF4-FFF2-40B4-BE49-F238E27FC236}">
                <a16:creationId xmlns:a16="http://schemas.microsoft.com/office/drawing/2014/main" id="{545FA162-8B30-DDDC-224C-8B05DE01B91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3" name="Google Shape;1732;p162">
            <a:extLst>
              <a:ext uri="{FF2B5EF4-FFF2-40B4-BE49-F238E27FC236}">
                <a16:creationId xmlns:a16="http://schemas.microsoft.com/office/drawing/2014/main" id="{2B7FDC48-2FED-8004-7E91-02FDFC40A91E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4" name="Google Shape;1733;p162">
            <a:extLst>
              <a:ext uri="{FF2B5EF4-FFF2-40B4-BE49-F238E27FC236}">
                <a16:creationId xmlns:a16="http://schemas.microsoft.com/office/drawing/2014/main" id="{777DAD6C-D3AF-C42A-1EDB-C12B0617FADC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5" name="Google Shape;1721;p161">
            <a:extLst>
              <a:ext uri="{FF2B5EF4-FFF2-40B4-BE49-F238E27FC236}">
                <a16:creationId xmlns:a16="http://schemas.microsoft.com/office/drawing/2014/main" id="{6006EDEF-6E68-D00D-BF31-1F99A3B542A5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6" name="Google Shape;1722;p161">
            <a:extLst>
              <a:ext uri="{FF2B5EF4-FFF2-40B4-BE49-F238E27FC236}">
                <a16:creationId xmlns:a16="http://schemas.microsoft.com/office/drawing/2014/main" id="{B811B182-B37E-F918-25F0-B8DB339844C1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7" name="Google Shape;1723;p161">
            <a:extLst>
              <a:ext uri="{FF2B5EF4-FFF2-40B4-BE49-F238E27FC236}">
                <a16:creationId xmlns:a16="http://schemas.microsoft.com/office/drawing/2014/main" id="{E32AB5A0-5D58-B940-DD16-CBD98E3871CC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9" name="Google Shape;1726;p161">
            <a:extLst>
              <a:ext uri="{FF2B5EF4-FFF2-40B4-BE49-F238E27FC236}">
                <a16:creationId xmlns:a16="http://schemas.microsoft.com/office/drawing/2014/main" id="{46529A46-6EDF-80C1-F97C-EE78E356CEA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168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19" name="Google Shape;1819;p168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20" name="Google Shape;1820;p168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21" name="Google Shape;1821;p16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182400" cy="53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Metodología Scrum </a:t>
            </a:r>
            <a:endParaRPr/>
          </a:p>
        </p:txBody>
      </p:sp>
      <p:sp>
        <p:nvSpPr>
          <p:cNvPr id="1822" name="Google Shape;1822;p168"/>
          <p:cNvSpPr txBox="1"/>
          <p:nvPr/>
        </p:nvSpPr>
        <p:spPr>
          <a:xfrm>
            <a:off x="381000" y="1349375"/>
            <a:ext cx="6556200" cy="3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El desarrollo de IronLens se organizó bajo el marco Scrum, dividiendo el trabajo en sprints incrementales de 1 a 3 semanas, cada uno asociado a un Epic funcional del producto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5 sprints de desarrollo + 1 sprint de cierre, distribuidos en 10 semanas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Cada sprint entrega un módulo funcional completo y demostrable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Backlog organizado por Epics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Duración de sprint ajustada según complejidad técnica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Validación incremental cada sprint cierra con una entrega revisable antes de avanzar al siguiente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188895-B1EC-51BB-5965-991491F2D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DB51C40-A46B-F4DF-8F21-43EDD605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Google Shape;1726;p161">
            <a:extLst>
              <a:ext uri="{FF2B5EF4-FFF2-40B4-BE49-F238E27FC236}">
                <a16:creationId xmlns:a16="http://schemas.microsoft.com/office/drawing/2014/main" id="{6215CCAE-1519-3DAC-3013-C3ACABEF92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69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28" name="Google Shape;1828;p169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29" name="Google Shape;1829;p169"/>
          <p:cNvSpPr txBox="1">
            <a:spLocks noGrp="1"/>
          </p:cNvSpPr>
          <p:nvPr>
            <p:ph type="subTitle" idx="4"/>
          </p:nvPr>
        </p:nvSpPr>
        <p:spPr>
          <a:xfrm>
            <a:off x="6973054" y="4763132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030EA67-9618-42ED-728B-3F3AE9822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42033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70"/>
          <p:cNvSpPr txBox="1">
            <a:spLocks noGrp="1"/>
          </p:cNvSpPr>
          <p:nvPr>
            <p:ph type="title"/>
          </p:nvPr>
        </p:nvSpPr>
        <p:spPr>
          <a:xfrm>
            <a:off x="228600" y="457200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Arquitectura</a:t>
            </a:r>
            <a:r>
              <a:rPr lang="en" dirty="0"/>
              <a:t> </a:t>
            </a:r>
            <a:endParaRPr dirty="0"/>
          </a:p>
        </p:txBody>
      </p:sp>
      <p:sp>
        <p:nvSpPr>
          <p:cNvPr id="1836" name="Google Shape;1836;p170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37" name="Google Shape;1837;p170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38" name="Google Shape;1838;p170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2" name="Google Shape;1809;p167">
            <a:extLst>
              <a:ext uri="{FF2B5EF4-FFF2-40B4-BE49-F238E27FC236}">
                <a16:creationId xmlns:a16="http://schemas.microsoft.com/office/drawing/2014/main" id="{2B91CA29-BB5F-519E-E570-560A366A4862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CAPSTONE</a:t>
            </a:r>
          </a:p>
        </p:txBody>
      </p:sp>
      <p:sp>
        <p:nvSpPr>
          <p:cNvPr id="3" name="Google Shape;1810;p167">
            <a:extLst>
              <a:ext uri="{FF2B5EF4-FFF2-40B4-BE49-F238E27FC236}">
                <a16:creationId xmlns:a16="http://schemas.microsoft.com/office/drawing/2014/main" id="{04F5DF6C-2A4C-282E-4D7C-AC2CBA8C7B92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Duoc UC</a:t>
            </a:r>
          </a:p>
        </p:txBody>
      </p:sp>
      <p:sp>
        <p:nvSpPr>
          <p:cNvPr id="4" name="Google Shape;1811;p167">
            <a:extLst>
              <a:ext uri="{FF2B5EF4-FFF2-40B4-BE49-F238E27FC236}">
                <a16:creationId xmlns:a16="http://schemas.microsoft.com/office/drawing/2014/main" id="{38347402-9994-5CB7-0B06-F014B2632358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/>
              <a:t>2026</a:t>
            </a:r>
          </a:p>
        </p:txBody>
      </p:sp>
      <p:sp>
        <p:nvSpPr>
          <p:cNvPr id="5" name="Google Shape;1731;p162">
            <a:extLst>
              <a:ext uri="{FF2B5EF4-FFF2-40B4-BE49-F238E27FC236}">
                <a16:creationId xmlns:a16="http://schemas.microsoft.com/office/drawing/2014/main" id="{E2EBA983-23A7-A480-487B-1A92E14F84B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6" name="Google Shape;1732;p162">
            <a:extLst>
              <a:ext uri="{FF2B5EF4-FFF2-40B4-BE49-F238E27FC236}">
                <a16:creationId xmlns:a16="http://schemas.microsoft.com/office/drawing/2014/main" id="{B255A54A-76CC-8258-72E8-99BD18614D4B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7" name="Google Shape;1733;p162">
            <a:extLst>
              <a:ext uri="{FF2B5EF4-FFF2-40B4-BE49-F238E27FC236}">
                <a16:creationId xmlns:a16="http://schemas.microsoft.com/office/drawing/2014/main" id="{98E35ACD-C00D-65F4-1860-8CC46112F544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8" name="Google Shape;1721;p161">
            <a:extLst>
              <a:ext uri="{FF2B5EF4-FFF2-40B4-BE49-F238E27FC236}">
                <a16:creationId xmlns:a16="http://schemas.microsoft.com/office/drawing/2014/main" id="{A4A5A6F1-2AB9-5037-8FC6-9FE1DFE06BE8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9" name="Google Shape;1722;p161">
            <a:extLst>
              <a:ext uri="{FF2B5EF4-FFF2-40B4-BE49-F238E27FC236}">
                <a16:creationId xmlns:a16="http://schemas.microsoft.com/office/drawing/2014/main" id="{CEA45C7B-53C4-C438-E0DA-2BBA2B0FC259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10" name="Google Shape;1723;p161">
            <a:extLst>
              <a:ext uri="{FF2B5EF4-FFF2-40B4-BE49-F238E27FC236}">
                <a16:creationId xmlns:a16="http://schemas.microsoft.com/office/drawing/2014/main" id="{2ED3B69B-43F9-F958-0DF1-DFEA0C84C5D5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F80C8AF-8465-7C70-7639-506DBDD50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767" y="994500"/>
            <a:ext cx="6531561" cy="3681425"/>
          </a:xfrm>
          <a:prstGeom prst="rect">
            <a:avLst/>
          </a:prstGeom>
        </p:spPr>
      </p:pic>
      <p:pic>
        <p:nvPicPr>
          <p:cNvPr id="15" name="Google Shape;1726;p161">
            <a:extLst>
              <a:ext uri="{FF2B5EF4-FFF2-40B4-BE49-F238E27FC236}">
                <a16:creationId xmlns:a16="http://schemas.microsoft.com/office/drawing/2014/main" id="{F355EB3D-9CC5-7E14-D680-C2D05275E31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71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45" name="Google Shape;1845;p171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46" name="Google Shape;1846;p171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561BAD-A8F5-5681-3739-FA86D298F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512638"/>
            <a:ext cx="8324850" cy="4159437"/>
          </a:xfrm>
          <a:prstGeom prst="rect">
            <a:avLst/>
          </a:prstGeom>
        </p:spPr>
      </p:pic>
      <p:sp>
        <p:nvSpPr>
          <p:cNvPr id="10" name="Google Shape;1731;p162">
            <a:extLst>
              <a:ext uri="{FF2B5EF4-FFF2-40B4-BE49-F238E27FC236}">
                <a16:creationId xmlns:a16="http://schemas.microsoft.com/office/drawing/2014/main" id="{5520855B-6B17-7959-8672-98E496ABD88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1" name="Google Shape;1732;p162">
            <a:extLst>
              <a:ext uri="{FF2B5EF4-FFF2-40B4-BE49-F238E27FC236}">
                <a16:creationId xmlns:a16="http://schemas.microsoft.com/office/drawing/2014/main" id="{7E5D17AF-816B-6DE7-8B78-CD0D0D8CEF2F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12" name="Google Shape;1733;p162">
            <a:extLst>
              <a:ext uri="{FF2B5EF4-FFF2-40B4-BE49-F238E27FC236}">
                <a16:creationId xmlns:a16="http://schemas.microsoft.com/office/drawing/2014/main" id="{9A94B25C-E483-AA67-32CF-F8D1E3B1776F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13" name="Google Shape;1721;p161">
            <a:extLst>
              <a:ext uri="{FF2B5EF4-FFF2-40B4-BE49-F238E27FC236}">
                <a16:creationId xmlns:a16="http://schemas.microsoft.com/office/drawing/2014/main" id="{6DE0E96A-9BFE-51A4-6FC7-1A8D008CABC6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14" name="Google Shape;1722;p161">
            <a:extLst>
              <a:ext uri="{FF2B5EF4-FFF2-40B4-BE49-F238E27FC236}">
                <a16:creationId xmlns:a16="http://schemas.microsoft.com/office/drawing/2014/main" id="{A15FF4F9-FAD2-17A7-5AB4-55678DC2566A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15" name="Google Shape;1723;p161">
            <a:extLst>
              <a:ext uri="{FF2B5EF4-FFF2-40B4-BE49-F238E27FC236}">
                <a16:creationId xmlns:a16="http://schemas.microsoft.com/office/drawing/2014/main" id="{0284D6CD-BA8F-DCDE-D20F-125E75C7E762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4" name="Google Shape;1726;p161">
            <a:extLst>
              <a:ext uri="{FF2B5EF4-FFF2-40B4-BE49-F238E27FC236}">
                <a16:creationId xmlns:a16="http://schemas.microsoft.com/office/drawing/2014/main" id="{B1BD15E5-90FA-9FA5-88F6-4353ECC42CC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17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Stack Tecnologico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53" name="Google Shape;1853;p172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54" name="Google Shape;1854;p172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Duoc UC</a:t>
            </a:r>
            <a:endParaRPr dirty="0"/>
          </a:p>
        </p:txBody>
      </p:sp>
      <p:sp>
        <p:nvSpPr>
          <p:cNvPr id="1855" name="Google Shape;1855;p172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56" name="Google Shape;1856;p172"/>
          <p:cNvSpPr/>
          <p:nvPr/>
        </p:nvSpPr>
        <p:spPr>
          <a:xfrm>
            <a:off x="381000" y="1735800"/>
            <a:ext cx="2101200" cy="19497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7" name="Google Shape;1857;p172"/>
          <p:cNvSpPr/>
          <p:nvPr/>
        </p:nvSpPr>
        <p:spPr>
          <a:xfrm>
            <a:off x="2574427" y="1735800"/>
            <a:ext cx="2101200" cy="19497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8" name="Google Shape;1858;p172"/>
          <p:cNvSpPr/>
          <p:nvPr/>
        </p:nvSpPr>
        <p:spPr>
          <a:xfrm>
            <a:off x="6966025" y="1735800"/>
            <a:ext cx="2093100" cy="19497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9" name="Google Shape;1859;p172"/>
          <p:cNvSpPr/>
          <p:nvPr/>
        </p:nvSpPr>
        <p:spPr>
          <a:xfrm>
            <a:off x="4767814" y="1735800"/>
            <a:ext cx="2101200" cy="19497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0" name="Google Shape;1860;p172"/>
          <p:cNvSpPr txBox="1">
            <a:spLocks noGrp="1"/>
          </p:cNvSpPr>
          <p:nvPr>
            <p:ph type="subTitle" idx="16"/>
          </p:nvPr>
        </p:nvSpPr>
        <p:spPr>
          <a:xfrm>
            <a:off x="813025" y="2076825"/>
            <a:ext cx="847500" cy="2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FEFEF"/>
                </a:solidFill>
              </a:rPr>
              <a:t>Flutter</a:t>
            </a:r>
            <a:endParaRPr sz="1200" b="1">
              <a:solidFill>
                <a:srgbClr val="EFEFEF"/>
              </a:solidFill>
            </a:endParaRPr>
          </a:p>
        </p:txBody>
      </p:sp>
      <p:sp>
        <p:nvSpPr>
          <p:cNvPr id="1861" name="Google Shape;1861;p172"/>
          <p:cNvSpPr txBox="1">
            <a:spLocks noGrp="1"/>
          </p:cNvSpPr>
          <p:nvPr>
            <p:ph type="body" idx="2"/>
          </p:nvPr>
        </p:nvSpPr>
        <p:spPr>
          <a:xfrm>
            <a:off x="515875" y="3004950"/>
            <a:ext cx="1826700" cy="47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móvil ·  Android 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Dart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2" name="Google Shape;1862;p172"/>
          <p:cNvSpPr txBox="1">
            <a:spLocks noGrp="1"/>
          </p:cNvSpPr>
          <p:nvPr>
            <p:ph type="body" idx="4294967295"/>
          </p:nvPr>
        </p:nvSpPr>
        <p:spPr>
          <a:xfrm>
            <a:off x="2727563" y="2876625"/>
            <a:ext cx="1794900" cy="8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Base de datos y autenticación </a:t>
            </a:r>
            <a:endParaRPr sz="9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RLS </a:t>
            </a:r>
            <a:endParaRPr sz="9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Auth · Storage </a:t>
            </a:r>
            <a:endParaRPr sz="9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Realtime · SDK Flutter </a:t>
            </a:r>
            <a:endParaRPr sz="900"/>
          </a:p>
        </p:txBody>
      </p:sp>
      <p:sp>
        <p:nvSpPr>
          <p:cNvPr id="1863" name="Google Shape;1863;p172"/>
          <p:cNvSpPr txBox="1">
            <a:spLocks noGrp="1"/>
          </p:cNvSpPr>
          <p:nvPr>
            <p:ph type="subTitle" idx="7"/>
          </p:nvPr>
        </p:nvSpPr>
        <p:spPr>
          <a:xfrm>
            <a:off x="5260898" y="2165325"/>
            <a:ext cx="1002600" cy="20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latin typeface="Urbanist"/>
                <a:ea typeface="Urbanist"/>
                <a:cs typeface="Urbanist"/>
                <a:sym typeface="Urbanist"/>
              </a:rPr>
              <a:t>Fast API</a:t>
            </a:r>
            <a:endParaRPr sz="1200" b="1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4" name="Google Shape;1864;p172"/>
          <p:cNvSpPr txBox="1">
            <a:spLocks noGrp="1"/>
          </p:cNvSpPr>
          <p:nvPr>
            <p:ph type="body" idx="4294967295"/>
          </p:nvPr>
        </p:nvSpPr>
        <p:spPr>
          <a:xfrm>
            <a:off x="4907475" y="3065775"/>
            <a:ext cx="18267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Backend · Render </a:t>
            </a:r>
            <a:endParaRPr sz="1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Python · REST API </a:t>
            </a:r>
            <a:endParaRPr sz="1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/>
          </a:p>
        </p:txBody>
      </p:sp>
      <p:sp>
        <p:nvSpPr>
          <p:cNvPr id="1865" name="Google Shape;1865;p172"/>
          <p:cNvSpPr txBox="1">
            <a:spLocks noGrp="1"/>
          </p:cNvSpPr>
          <p:nvPr>
            <p:ph type="body" idx="4294967295"/>
          </p:nvPr>
        </p:nvSpPr>
        <p:spPr>
          <a:xfrm>
            <a:off x="7114375" y="2964300"/>
            <a:ext cx="17916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IA</a:t>
            </a:r>
            <a:endParaRPr sz="1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Visión computacional </a:t>
            </a:r>
            <a:endParaRPr sz="1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Generación de rutinas LLM </a:t>
            </a:r>
            <a:endParaRPr sz="1000"/>
          </a:p>
        </p:txBody>
      </p:sp>
      <p:pic>
        <p:nvPicPr>
          <p:cNvPr id="1866" name="Google Shape;1866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25" y="2179187"/>
            <a:ext cx="1402000" cy="78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7" name="Google Shape;1867;p1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8700" y="2230114"/>
            <a:ext cx="1432625" cy="68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8" name="Google Shape;1868;p1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6225" y="2143575"/>
            <a:ext cx="1529200" cy="856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9" name="Google Shape;1869;p1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1138" y="2274751"/>
            <a:ext cx="1978076" cy="59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836;p170">
            <a:extLst>
              <a:ext uri="{FF2B5EF4-FFF2-40B4-BE49-F238E27FC236}">
                <a16:creationId xmlns:a16="http://schemas.microsoft.com/office/drawing/2014/main" id="{2BE290F3-7EB7-82CD-D183-72A0967F7A74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CAPSTONE</a:t>
            </a:r>
          </a:p>
        </p:txBody>
      </p:sp>
      <p:sp>
        <p:nvSpPr>
          <p:cNvPr id="3" name="Google Shape;1837;p170">
            <a:extLst>
              <a:ext uri="{FF2B5EF4-FFF2-40B4-BE49-F238E27FC236}">
                <a16:creationId xmlns:a16="http://schemas.microsoft.com/office/drawing/2014/main" id="{042B0ACE-3F10-9B57-1E52-C3D455C94D8A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Duoc UC</a:t>
            </a:r>
          </a:p>
        </p:txBody>
      </p:sp>
      <p:sp>
        <p:nvSpPr>
          <p:cNvPr id="4" name="Google Shape;1838;p170">
            <a:extLst>
              <a:ext uri="{FF2B5EF4-FFF2-40B4-BE49-F238E27FC236}">
                <a16:creationId xmlns:a16="http://schemas.microsoft.com/office/drawing/2014/main" id="{EE9C6B6E-9250-F2FC-EF04-BAC815629A79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</a:p>
        </p:txBody>
      </p:sp>
      <p:sp>
        <p:nvSpPr>
          <p:cNvPr id="5" name="Google Shape;1809;p167">
            <a:extLst>
              <a:ext uri="{FF2B5EF4-FFF2-40B4-BE49-F238E27FC236}">
                <a16:creationId xmlns:a16="http://schemas.microsoft.com/office/drawing/2014/main" id="{ED15CEFA-94F1-8F84-2303-D934C3BAAFDC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CAPSTONE</a:t>
            </a:r>
          </a:p>
        </p:txBody>
      </p:sp>
      <p:sp>
        <p:nvSpPr>
          <p:cNvPr id="6" name="Google Shape;1810;p167">
            <a:extLst>
              <a:ext uri="{FF2B5EF4-FFF2-40B4-BE49-F238E27FC236}">
                <a16:creationId xmlns:a16="http://schemas.microsoft.com/office/drawing/2014/main" id="{2C2EB479-36F0-E680-407E-281B43CECD18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Duoc UC</a:t>
            </a:r>
          </a:p>
        </p:txBody>
      </p:sp>
      <p:sp>
        <p:nvSpPr>
          <p:cNvPr id="7" name="Google Shape;1811;p167">
            <a:extLst>
              <a:ext uri="{FF2B5EF4-FFF2-40B4-BE49-F238E27FC236}">
                <a16:creationId xmlns:a16="http://schemas.microsoft.com/office/drawing/2014/main" id="{26E6A563-9D44-DE7B-0956-B00377B43F56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/>
              <a:t>2026</a:t>
            </a:r>
          </a:p>
        </p:txBody>
      </p:sp>
      <p:sp>
        <p:nvSpPr>
          <p:cNvPr id="8" name="Google Shape;1731;p162">
            <a:extLst>
              <a:ext uri="{FF2B5EF4-FFF2-40B4-BE49-F238E27FC236}">
                <a16:creationId xmlns:a16="http://schemas.microsoft.com/office/drawing/2014/main" id="{B581AD8F-B63E-CD03-0AC8-17FF87D9423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9" name="Google Shape;1732;p162">
            <a:extLst>
              <a:ext uri="{FF2B5EF4-FFF2-40B4-BE49-F238E27FC236}">
                <a16:creationId xmlns:a16="http://schemas.microsoft.com/office/drawing/2014/main" id="{D72CD60C-A25F-5BAF-75CF-536F3EA0BF8F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10" name="Google Shape;1733;p162">
            <a:extLst>
              <a:ext uri="{FF2B5EF4-FFF2-40B4-BE49-F238E27FC236}">
                <a16:creationId xmlns:a16="http://schemas.microsoft.com/office/drawing/2014/main" id="{5680864D-3FDE-A52E-D640-BBCA8EE73ECE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11" name="Google Shape;1721;p161">
            <a:extLst>
              <a:ext uri="{FF2B5EF4-FFF2-40B4-BE49-F238E27FC236}">
                <a16:creationId xmlns:a16="http://schemas.microsoft.com/office/drawing/2014/main" id="{EC804394-9181-0974-F092-CDED745CA50B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12" name="Google Shape;1722;p161">
            <a:extLst>
              <a:ext uri="{FF2B5EF4-FFF2-40B4-BE49-F238E27FC236}">
                <a16:creationId xmlns:a16="http://schemas.microsoft.com/office/drawing/2014/main" id="{8D1560B0-074F-2994-B31C-A316A5E5FDFE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13" name="Google Shape;1723;p161">
            <a:extLst>
              <a:ext uri="{FF2B5EF4-FFF2-40B4-BE49-F238E27FC236}">
                <a16:creationId xmlns:a16="http://schemas.microsoft.com/office/drawing/2014/main" id="{4C863EB0-8EDF-CBA0-D165-6D497F345160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15" name="Google Shape;1726;p161">
            <a:extLst>
              <a:ext uri="{FF2B5EF4-FFF2-40B4-BE49-F238E27FC236}">
                <a16:creationId xmlns:a16="http://schemas.microsoft.com/office/drawing/2014/main" id="{48D13BC9-E39E-6B7A-849B-C9BB59F2713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7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75" name="Google Shape;1875;p17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76" name="Google Shape;1876;p17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77" name="Google Shape;1877;p173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Exposición del sistema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3" name="Google Shape;1726;p161">
            <a:extLst>
              <a:ext uri="{FF2B5EF4-FFF2-40B4-BE49-F238E27FC236}">
                <a16:creationId xmlns:a16="http://schemas.microsoft.com/office/drawing/2014/main" id="{59A7480E-C658-567F-02C4-8F376CC806A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74"/>
          <p:cNvSpPr txBox="1">
            <a:spLocks noGrp="1"/>
          </p:cNvSpPr>
          <p:nvPr>
            <p:ph type="title"/>
          </p:nvPr>
        </p:nvSpPr>
        <p:spPr>
          <a:xfrm>
            <a:off x="2839950" y="1895400"/>
            <a:ext cx="3464100" cy="7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cierre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83" name="Google Shape;1883;p17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84" name="Google Shape;1884;p17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85" name="Google Shape;1885;p17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86" name="Google Shape;1886;p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460</Words>
  <Application>Microsoft Office PowerPoint</Application>
  <PresentationFormat>Presentación en pantalla (16:9)</PresentationFormat>
  <Paragraphs>140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Urbanist</vt:lpstr>
      <vt:lpstr>Urbanist Medium</vt:lpstr>
      <vt:lpstr>Arial</vt:lpstr>
      <vt:lpstr>Urbanist SemiBold</vt:lpstr>
      <vt:lpstr>Dark Particles</vt:lpstr>
      <vt:lpstr>Dark Particles</vt:lpstr>
      <vt:lpstr>Dark Particles</vt:lpstr>
      <vt:lpstr>Dark Particles</vt:lpstr>
      <vt:lpstr>IRON LENS</vt:lpstr>
      <vt:lpstr>Presentación de PowerPoint</vt:lpstr>
      <vt:lpstr>Objetivo general</vt:lpstr>
      <vt:lpstr>Objetivos especificos</vt:lpstr>
      <vt:lpstr>Alcance del proyecto</vt:lpstr>
      <vt:lpstr>Limitaciones del proyecto</vt:lpstr>
      <vt:lpstr>Metodología Scrum </vt:lpstr>
      <vt:lpstr>Presentación de PowerPoint</vt:lpstr>
      <vt:lpstr>Arquitectura </vt:lpstr>
      <vt:lpstr>Presentación de PowerPoint</vt:lpstr>
      <vt:lpstr>Stack Tecnologico</vt:lpstr>
      <vt:lpstr>Exposición del sistema</vt:lpstr>
      <vt:lpstr>cierre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fabian alarcon carrasco</cp:lastModifiedBy>
  <cp:revision>1</cp:revision>
  <dcterms:modified xsi:type="dcterms:W3CDTF">2026-07-03T04:05:58Z</dcterms:modified>
</cp:coreProperties>
</file>