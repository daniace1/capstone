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04" r:id="rId4"/>
    <p:sldMasterId id="2147483805" r:id="rId5"/>
    <p:sldMasterId id="2147483806" r:id="rId6"/>
    <p:sldMasterId id="214748380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y="5143500" cx="9144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 SemiBold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SemiBold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SemiBold-italic.fntdata"/><Relationship Id="rId23" Type="http://schemas.openxmlformats.org/officeDocument/2006/relationships/font" Target="fonts/UrbanistSemiBold-bold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Urbanist-regular.fntdata"/><Relationship Id="rId25" Type="http://schemas.openxmlformats.org/officeDocument/2006/relationships/font" Target="fonts/UrbanistSemiBold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Urbanist-boldItalic.fnt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396dfdc11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396dfdc11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396dfdc1131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396dfdc1131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396dfdc1131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396dfdc1131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396dfdc1131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8" name="Google Shape;1758;g396dfdc1131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396dfdc1131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8" name="Google Shape;1768;g396dfdc1131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396dfdc1131_0_1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396dfdc1131_0_1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396dfdc1131_0_2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396dfdc1131_0_2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396dfdc1131_0_2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396dfdc1131_0_2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g396dfdc1131_0_2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1" name="Google Shape;1881;g396dfdc1131_0_2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8" name="Google Shape;18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" name="Google Shape;19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0" name="Google Shape;40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" name="Google Shape;41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7" name="Google Shape;67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3" name="Google Shape;73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7" name="Google Shape;77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0" name="Google Shape;80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2" name="Google Shape;82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7" name="Google Shape;97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8" name="Google Shape;98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3" name="Google Shape;103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4" name="Google Shape;104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5" name="Google Shape;105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7" name="Google Shape;107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8" name="Google Shape;108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0" name="Google Shape;110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1" name="Google Shape;111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3" name="Google Shape;113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4" name="Google Shape;114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6" name="Google Shape;116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7" name="Google Shape;117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8" name="Google Shape;118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4" name="Google Shape;124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8" name="Google Shape;128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3" name="Google Shape;133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5" name="Google Shape;135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6" name="Google Shape;136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7" name="Google Shape;137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8" name="Google Shape;138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" name="Google Shape;139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0" name="Google Shape;140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1" name="Google Shape;141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" name="Google Shape;142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4" name="Google Shape;144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5" name="Google Shape;145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6" name="Google Shape;146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8" name="Google Shape;148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9" name="Google Shape;149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0" name="Google Shape;150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2" name="Google Shape;152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3" name="Google Shape;153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4" name="Google Shape;154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6" name="Google Shape;156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0" name="Google Shape;160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2" name="Google Shape;162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6" name="Google Shape;166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3" name="Google Shape;173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4" name="Google Shape;174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79" name="Google Shape;179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4" name="Google Shape;184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5" name="Google Shape;195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6" name="Google Shape;196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7" name="Google Shape;197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9" name="Google Shape;199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3" name="Google Shape;203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6" name="Google Shape;206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8" name="Google Shape;208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5" name="Google Shape;225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5" name="Google Shape;245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7" name="Google Shape;247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9" name="Google Shape;249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1" name="Google Shape;251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3" name="Google Shape;253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1" name="Google Shape;261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8" name="Google Shape;268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1" name="Google Shape;271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4" name="Google Shape;274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5" name="Google Shape;275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6" name="Google Shape;276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89" name="Google Shape;289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1" name="Google Shape;291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2" name="Google Shape;292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3" name="Google Shape;293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4" name="Google Shape;294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5" name="Google Shape;295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7" name="Google Shape;297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5" name="Google Shape;305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8" name="Google Shape;308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09" name="Google Shape;309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3" name="Google Shape;313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7" name="Google Shape;317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19" name="Google Shape;319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7" name="Google Shape;327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8" name="Google Shape;328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4" name="Google Shape;33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9" name="Google Shape;33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2" name="Google Shape;34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8" name="Google Shape;3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3" name="Google Shape;353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4" name="Google Shape;354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9" name="Google Shape;359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3" name="Google Shape;363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1" name="Google Shape;371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5" name="Google Shape;375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1" name="Google Shape;381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4" name="Google Shape;394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9" name="Google Shape;399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2" name="Google Shape;402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5" name="Google Shape;4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7" name="Google Shape;407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0" name="Google Shape;410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7" name="Google Shape;417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9" name="Google Shape;439;p4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0" name="Google Shape;440;p4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1" name="Google Shape;441;p4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2" name="Google Shape;442;p4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3" name="Google Shape;443;p4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4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45" name="Google Shape;445;p4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4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7" name="Google Shape;447;p4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8" name="Google Shape;448;p4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9" name="Google Shape;449;p4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452" name="Google Shape;452;p4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4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4" name="Google Shape;454;p4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5" name="Google Shape;455;p4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6" name="Google Shape;456;p4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7" name="Google Shape;457;p4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58" name="Google Shape;458;p4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1" name="Google Shape;461;p4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2" name="Google Shape;462;p4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4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5" name="Google Shape;465;p4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67" name="Google Shape;467;p4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4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69" name="Google Shape;469;p4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70" name="Google Shape;470;p4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71" name="Google Shape;471;p4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2" name="Google Shape;472;p4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3" name="Google Shape;473;p4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4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477" name="Google Shape;477;p4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478" name="Google Shape;478;p4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9" name="Google Shape;479;p4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0" name="Google Shape;480;p4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1" name="Google Shape;481;p4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2" name="Google Shape;482;p4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4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84" name="Google Shape;484;p4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0" name="Google Shape;490;p4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4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4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4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94" name="Google Shape;494;p4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5" name="Google Shape;495;p4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6" name="Google Shape;496;p4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7" name="Google Shape;497;p4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500" name="Google Shape;500;p4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3" name="Google Shape;503;p4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4" name="Google Shape;504;p4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5" name="Google Shape;505;p4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06" name="Google Shape;506;p4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8" name="Google Shape;508;p4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9" name="Google Shape;509;p4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0" name="Google Shape;510;p4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1" name="Google Shape;511;p4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2" name="Google Shape;512;p4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3" name="Google Shape;513;p4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4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5" name="Google Shape;515;p4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6" name="Google Shape;516;p4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7" name="Google Shape;517;p4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8" name="Google Shape;518;p4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9" name="Google Shape;519;p4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0" name="Google Shape;520;p4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23" name="Google Shape;523;p4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24" name="Google Shape;524;p4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5" name="Google Shape;525;p4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6" name="Google Shape;526;p4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7" name="Google Shape;527;p4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8" name="Google Shape;528;p4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29" name="Google Shape;529;p4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30" name="Google Shape;530;p4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1" name="Google Shape;531;p4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2" name="Google Shape;532;p4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33" name="Google Shape;533;p4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4" name="Google Shape;534;p4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5" name="Google Shape;535;p4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36" name="Google Shape;536;p4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7" name="Google Shape;537;p4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8" name="Google Shape;538;p4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39" name="Google Shape;539;p4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40" name="Google Shape;540;p4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41" name="Google Shape;541;p4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42" name="Google Shape;542;p4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43" name="Google Shape;543;p4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544" name="Google Shape;544;p4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4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6" name="Google Shape;546;p4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4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550" name="Google Shape;550;p4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1" name="Google Shape;551;p4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2" name="Google Shape;552;p4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3" name="Google Shape;553;p4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554" name="Google Shape;554;p4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4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6" name="Google Shape;556;p4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9" name="Google Shape;559;p5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0" name="Google Shape;560;p5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561" name="Google Shape;561;p5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562" name="Google Shape;562;p5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63" name="Google Shape;563;p5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64" name="Google Shape;564;p5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" name="Google Shape;565;p5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66" name="Google Shape;566;p5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567" name="Google Shape;567;p5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68" name="Google Shape;568;p5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69" name="Google Shape;569;p5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70" name="Google Shape;570;p5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571" name="Google Shape;571;p5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2" name="Google Shape;572;p5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3" name="Google Shape;573;p5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74" name="Google Shape;574;p5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575" name="Google Shape;575;p5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6" name="Google Shape;576;p5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7" name="Google Shape;577;p5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78" name="Google Shape;578;p5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579" name="Google Shape;579;p5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0" name="Google Shape;580;p5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1" name="Google Shape;581;p5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582" name="Google Shape;582;p5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5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4" name="Google Shape;584;p5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7" name="Google Shape;587;p5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8" name="Google Shape;588;p5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9" name="Google Shape;589;p5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0" name="Google Shape;590;p5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91" name="Google Shape;591;p5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5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5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4" name="Google Shape;594;p5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5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98" name="Google Shape;598;p5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599" name="Google Shape;599;p5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0" name="Google Shape;600;p5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1" name="Google Shape;601;p5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2" name="Google Shape;602;p5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3" name="Google Shape;603;p5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604" name="Google Shape;604;p5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5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6" name="Google Shape;606;p5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09" name="Google Shape;609;p5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0" name="Google Shape;610;p5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1" name="Google Shape;611;p5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12" name="Google Shape;612;p5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3" name="Google Shape;613;p5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4" name="Google Shape;614;p5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5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6" name="Google Shape;616;p5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7" name="Google Shape;617;p5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8" name="Google Shape;618;p5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9" name="Google Shape;619;p5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20" name="Google Shape;620;p5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21" name="Google Shape;621;p5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622" name="Google Shape;622;p5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p5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4" name="Google Shape;624;p5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5" name="Google Shape;625;p5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628" name="Google Shape;628;p5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9" name="Google Shape;629;p5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0" name="Google Shape;630;p5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31" name="Google Shape;631;p5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5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3" name="Google Shape;633;p5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4" name="Google Shape;634;p5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5" name="Google Shape;635;p5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6" name="Google Shape;636;p5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7" name="Google Shape;637;p5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8" name="Google Shape;638;p5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5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0" name="Google Shape;640;p5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1" name="Google Shape;641;p5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42" name="Google Shape;642;p5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3" name="Google Shape;643;p5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4" name="Google Shape;644;p5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5" name="Google Shape;645;p5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5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8" name="Google Shape;648;p5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9" name="Google Shape;649;p5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0" name="Google Shape;650;p5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1" name="Google Shape;651;p5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2" name="Google Shape;652;p5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3" name="Google Shape;653;p5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54" name="Google Shape;654;p5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5" name="Google Shape;655;p5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6" name="Google Shape;656;p5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57" name="Google Shape;657;p5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8" name="Google Shape;658;p5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9" name="Google Shape;659;p5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0" name="Google Shape;660;p5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1" name="Google Shape;661;p5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2" name="Google Shape;662;p5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3" name="Google Shape;663;p5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4" name="Google Shape;664;p5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5" name="Google Shape;665;p5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6" name="Google Shape;666;p5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7" name="Google Shape;667;p5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70" name="Google Shape;670;p5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1" name="Google Shape;671;p5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2" name="Google Shape;672;p5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3" name="Google Shape;673;p5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74" name="Google Shape;674;p5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5" name="Google Shape;675;p5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676" name="Google Shape;676;p5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5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8" name="Google Shape;678;p5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9" name="Google Shape;679;p5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0" name="Google Shape;680;p5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1" name="Google Shape;681;p5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4" name="Google Shape;684;p5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5" name="Google Shape;685;p5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86" name="Google Shape;686;p5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" name="Google Shape;687;p5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8" name="Google Shape;688;p5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9" name="Google Shape;689;p5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0" name="Google Shape;690;p5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1" name="Google Shape;691;p5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5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3" name="Google Shape;693;p5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4" name="Google Shape;694;p5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5" name="Google Shape;695;p5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696" name="Google Shape;696;p5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5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8" name="Google Shape;698;p5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9" name="Google Shape;699;p5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00" name="Google Shape;700;p5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1" name="Google Shape;701;p5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2" name="Google Shape;702;p5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3" name="Google Shape;703;p5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4" name="Google Shape;704;p5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5" name="Google Shape;705;p5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6" name="Google Shape;706;p5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7" name="Google Shape;707;p5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8" name="Google Shape;708;p5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9" name="Google Shape;709;p5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0" name="Google Shape;710;p5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1" name="Google Shape;711;p5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14" name="Google Shape;714;p5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15" name="Google Shape;715;p5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16" name="Google Shape;716;p5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17" name="Google Shape;717;p5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8" name="Google Shape;718;p5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19" name="Google Shape;719;p5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0" name="Google Shape;720;p5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1" name="Google Shape;721;p5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22" name="Google Shape;722;p5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5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4" name="Google Shape;724;p5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5" name="Google Shape;725;p5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6" name="Google Shape;726;p5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7" name="Google Shape;727;p5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8" name="Google Shape;728;p5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9" name="Google Shape;729;p5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30" name="Google Shape;730;p5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31" name="Google Shape;731;p5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32" name="Google Shape;732;p5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33" name="Google Shape;733;p5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4" name="Google Shape;734;p5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5" name="Google Shape;735;p5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6" name="Google Shape;736;p5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7" name="Google Shape;737;p5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38" name="Google Shape;738;p5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9" name="Google Shape;739;p5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2" name="Google Shape;742;p5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3" name="Google Shape;743;p5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4" name="Google Shape;744;p5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5" name="Google Shape;745;p5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6" name="Google Shape;746;p5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7" name="Google Shape;747;p5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8" name="Google Shape;748;p5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749" name="Google Shape;749;p5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0" name="Google Shape;750;p5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51" name="Google Shape;751;p5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752" name="Google Shape;752;p5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753" name="Google Shape;753;p5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54" name="Google Shape;754;p5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55" name="Google Shape;755;p5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56" name="Google Shape;756;p5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59" name="Google Shape;759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7" name="Google Shape;767;p6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68" name="Google Shape;768;p6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3" name="Google Shape;773;p6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79" name="Google Shape;779;p6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8" name="Google Shape;788;p7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9" name="Google Shape;789;p7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0" name="Google Shape;790;p7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1" name="Google Shape;791;p7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2" name="Google Shape;792;p7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3" name="Google Shape;793;p7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6" name="Google Shape;796;p7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7" name="Google Shape;797;p7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0" name="Google Shape;800;p7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1" name="Google Shape;801;p7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2" name="Google Shape;802;p7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3" name="Google Shape;803;p7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6" name="Google Shape;806;p7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7" name="Google Shape;807;p7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8" name="Google Shape;808;p7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9" name="Google Shape;809;p7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0" name="Google Shape;810;p7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1" name="Google Shape;811;p7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14" name="Google Shape;814;p7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15" name="Google Shape;815;p7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16" name="Google Shape;816;p7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17" name="Google Shape;817;p7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8" name="Google Shape;818;p7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7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7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1" name="Google Shape;821;p7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4" name="Google Shape;824;p7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7" name="Google Shape;827;p7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8" name="Google Shape;828;p7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9" name="Google Shape;829;p7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0" name="Google Shape;830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1" name="Google Shape;831;p7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2" name="Google Shape;832;p7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5" name="Google Shape;835;p7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6" name="Google Shape;836;p7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7" name="Google Shape;837;p7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8" name="Google Shape;838;p7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9" name="Google Shape;839;p7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0" name="Google Shape;840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1" name="Google Shape;841;p7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2" name="Google Shape;842;p7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3" name="Google Shape;843;p7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8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p8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0" name="Google Shape;850;p8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8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2" name="Google Shape;852;p8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3" name="Google Shape;853;p8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4" name="Google Shape;854;p8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8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8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8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8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4" name="Google Shape;864;p8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5" name="Google Shape;865;p8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6" name="Google Shape;866;p8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7" name="Google Shape;867;p8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8" name="Google Shape;868;p8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9" name="Google Shape;869;p8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0" name="Google Shape;870;p8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71" name="Google Shape;871;p8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8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3" name="Google Shape;873;p8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4" name="Google Shape;874;p8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5" name="Google Shape;875;p8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8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878" name="Google Shape;878;p8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8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0" name="Google Shape;880;p8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1" name="Google Shape;881;p8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2" name="Google Shape;882;p8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3" name="Google Shape;883;p8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84" name="Google Shape;884;p8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7" name="Google Shape;887;p8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88" name="Google Shape;888;p8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9" name="Google Shape;889;p8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0" name="Google Shape;890;p8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1" name="Google Shape;891;p8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2" name="Google Shape;892;p8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93" name="Google Shape;893;p8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4" name="Google Shape;894;p8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5" name="Google Shape;895;p8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6" name="Google Shape;896;p8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7" name="Google Shape;897;p8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898" name="Google Shape;898;p8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899" name="Google Shape;899;p8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02" name="Google Shape;902;p8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03" name="Google Shape;903;p8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04" name="Google Shape;904;p8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05" name="Google Shape;905;p8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06" name="Google Shape;906;p8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07" name="Google Shape;907;p8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08" name="Google Shape;908;p8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9" name="Google Shape;909;p8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910" name="Google Shape;910;p8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8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8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3" name="Google Shape;913;p8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16" name="Google Shape;916;p8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p8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8" name="Google Shape;918;p8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p8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920" name="Google Shape;920;p8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21" name="Google Shape;921;p8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22" name="Google Shape;922;p8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23" name="Google Shape;923;p8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4" name="Google Shape;924;p8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5" name="Google Shape;925;p8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926" name="Google Shape;926;p8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8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29" name="Google Shape;929;p8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30" name="Google Shape;930;p8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31" name="Google Shape;931;p8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932" name="Google Shape;932;p8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3" name="Google Shape;933;p8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4" name="Google Shape;934;p8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5" name="Google Shape;935;p8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6" name="Google Shape;936;p8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7" name="Google Shape;937;p8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8" name="Google Shape;938;p8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9" name="Google Shape;939;p8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0" name="Google Shape;940;p8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1" name="Google Shape;941;p8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2" name="Google Shape;942;p8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3" name="Google Shape;943;p8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4" name="Google Shape;944;p8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5" name="Google Shape;945;p8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6" name="Google Shape;946;p8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49" name="Google Shape;949;p8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50" name="Google Shape;950;p8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51" name="Google Shape;951;p8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52" name="Google Shape;952;p8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53" name="Google Shape;953;p8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54" name="Google Shape;954;p8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55" name="Google Shape;955;p8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56" name="Google Shape;956;p8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57" name="Google Shape;957;p8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58" name="Google Shape;958;p8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59" name="Google Shape;959;p8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0" name="Google Shape;960;p8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1" name="Google Shape;961;p8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62" name="Google Shape;962;p8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3" name="Google Shape;963;p8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4" name="Google Shape;964;p8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65" name="Google Shape;965;p8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6" name="Google Shape;966;p8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7" name="Google Shape;967;p8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68" name="Google Shape;968;p8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9" name="Google Shape;969;p8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970" name="Google Shape;970;p8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8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2" name="Google Shape;972;p8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975" name="Google Shape;975;p8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976" name="Google Shape;976;p8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77" name="Google Shape;977;p8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78" name="Google Shape;978;p8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79" name="Google Shape;979;p8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980" name="Google Shape;980;p8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8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82" name="Google Shape;982;p8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9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85" name="Google Shape;985;p9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86" name="Google Shape;986;p9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987" name="Google Shape;987;p9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988" name="Google Shape;988;p9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989" name="Google Shape;989;p9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990" name="Google Shape;990;p9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9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92" name="Google Shape;992;p9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993" name="Google Shape;993;p9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94" name="Google Shape;994;p9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95" name="Google Shape;995;p9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996" name="Google Shape;996;p9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997" name="Google Shape;997;p9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98" name="Google Shape;998;p9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99" name="Google Shape;999;p9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000" name="Google Shape;1000;p9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001" name="Google Shape;1001;p9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02" name="Google Shape;1002;p9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03" name="Google Shape;1003;p9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004" name="Google Shape;1004;p9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005" name="Google Shape;1005;p9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06" name="Google Shape;1006;p9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07" name="Google Shape;1007;p9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008" name="Google Shape;1008;p9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9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0" name="Google Shape;1010;p9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012" name="Google Shape;1012;p9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3" name="Google Shape;1013;p9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14" name="Google Shape;1014;p9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5" name="Google Shape;1015;p9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6" name="Google Shape;1016;p9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7" name="Google Shape;1017;p9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018" name="Google Shape;1018;p9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9" name="Google Shape;1019;p9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0" name="Google Shape;1020;p9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1" name="Google Shape;1021;p9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2" name="Google Shape;1022;p9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025" name="Google Shape;1025;p9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026" name="Google Shape;1026;p9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7" name="Google Shape;1027;p9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8" name="Google Shape;1028;p9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9" name="Google Shape;1029;p9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30" name="Google Shape;1030;p9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031" name="Google Shape;1031;p9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9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3" name="Google Shape;1033;p9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9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36" name="Google Shape;1036;p9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37" name="Google Shape;1037;p9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38" name="Google Shape;1038;p9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39" name="Google Shape;1039;p9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40" name="Google Shape;1040;p9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41" name="Google Shape;1041;p9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2" name="Google Shape;1042;p9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43" name="Google Shape;1043;p9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44" name="Google Shape;1044;p9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45" name="Google Shape;1045;p9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46" name="Google Shape;1046;p9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047" name="Google Shape;1047;p9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48" name="Google Shape;1048;p9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049" name="Google Shape;1049;p9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0" name="Google Shape;1050;p9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1" name="Google Shape;1051;p9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2" name="Google Shape;1052;p9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055" name="Google Shape;1055;p9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56" name="Google Shape;1056;p9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57" name="Google Shape;1057;p9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058" name="Google Shape;1058;p9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9" name="Google Shape;1059;p9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0" name="Google Shape;1060;p9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1" name="Google Shape;1061;p9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2" name="Google Shape;1062;p9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3" name="Google Shape;1063;p9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4" name="Google Shape;1064;p9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5" name="Google Shape;1065;p9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6" name="Google Shape;1066;p9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7" name="Google Shape;1067;p9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8" name="Google Shape;1068;p9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9" name="Google Shape;1069;p9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70" name="Google Shape;1070;p9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71" name="Google Shape;1071;p9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72" name="Google Shape;1072;p9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9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5" name="Google Shape;1075;p9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9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77" name="Google Shape;1077;p9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78" name="Google Shape;1078;p9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79" name="Google Shape;1079;p9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80" name="Google Shape;1080;p9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1" name="Google Shape;1081;p9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82" name="Google Shape;1082;p9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83" name="Google Shape;1083;p9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4" name="Google Shape;1084;p9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85" name="Google Shape;1085;p9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86" name="Google Shape;1086;p9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7" name="Google Shape;1087;p9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88" name="Google Shape;1088;p9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89" name="Google Shape;1089;p9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90" name="Google Shape;1090;p9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91" name="Google Shape;1091;p9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2" name="Google Shape;1092;p9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3" name="Google Shape;1093;p9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4" name="Google Shape;1094;p9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9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097" name="Google Shape;1097;p9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8" name="Google Shape;1098;p9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99" name="Google Shape;1099;p9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00" name="Google Shape;1100;p9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01" name="Google Shape;1101;p9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2" name="Google Shape;1102;p9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103" name="Google Shape;1103;p9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4" name="Google Shape;1104;p9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05" name="Google Shape;1105;p9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06" name="Google Shape;1106;p9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07" name="Google Shape;1107;p9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8" name="Google Shape;1108;p9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9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11" name="Google Shape;1111;p9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12" name="Google Shape;1112;p9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13" name="Google Shape;1113;p9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4" name="Google Shape;1114;p9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5" name="Google Shape;1115;p9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6" name="Google Shape;1116;p9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7" name="Google Shape;1117;p9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8" name="Google Shape;1118;p9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9" name="Google Shape;1119;p9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20" name="Google Shape;1120;p9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1" name="Google Shape;1121;p9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22" name="Google Shape;1122;p9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123" name="Google Shape;1123;p9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9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5" name="Google Shape;1125;p9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26" name="Google Shape;1126;p9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27" name="Google Shape;1127;p9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8" name="Google Shape;1128;p9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9" name="Google Shape;1129;p9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0" name="Google Shape;1130;p9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1" name="Google Shape;1131;p9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2" name="Google Shape;1132;p9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3" name="Google Shape;1133;p9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4" name="Google Shape;1134;p9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5" name="Google Shape;1135;p9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6" name="Google Shape;1136;p9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37" name="Google Shape;1137;p9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8" name="Google Shape;1138;p9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9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41" name="Google Shape;1141;p9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42" name="Google Shape;1142;p9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43" name="Google Shape;1143;p9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44" name="Google Shape;1144;p9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45" name="Google Shape;1145;p9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46" name="Google Shape;1146;p9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7" name="Google Shape;1147;p9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8" name="Google Shape;1148;p9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49" name="Google Shape;1149;p9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0" name="Google Shape;1150;p9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51" name="Google Shape;1151;p9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52" name="Google Shape;1152;p9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53" name="Google Shape;1153;p9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54" name="Google Shape;1154;p9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55" name="Google Shape;1155;p9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6" name="Google Shape;1156;p9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7" name="Google Shape;1157;p9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8" name="Google Shape;1158;p9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9" name="Google Shape;1159;p9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60" name="Google Shape;1160;p9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1" name="Google Shape;1161;p9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2" name="Google Shape;1162;p9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3" name="Google Shape;1163;p9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4" name="Google Shape;1164;p9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65" name="Google Shape;1165;p9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66" name="Google Shape;1166;p9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9" name="Google Shape;1169;p9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70" name="Google Shape;1170;p9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71" name="Google Shape;1171;p9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2" name="Google Shape;1172;p9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3" name="Google Shape;1173;p9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4" name="Google Shape;1174;p9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5" name="Google Shape;1175;p9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176" name="Google Shape;1176;p9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7" name="Google Shape;1177;p9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78" name="Google Shape;1178;p9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1179" name="Google Shape;1179;p9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180" name="Google Shape;1180;p9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81" name="Google Shape;1181;p9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82" name="Google Shape;1182;p9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83" name="Google Shape;1183;p9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0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86" name="Google Shape;1186;p10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0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1" name="Google Shape;1191;p10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4" name="Google Shape;1194;p10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5" name="Google Shape;1195;p10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0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0" name="Google Shape;1200;p10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0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0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05" name="Google Shape;1205;p10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06" name="Google Shape;1206;p10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0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0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1" name="Google Shape;1211;p10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1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5" name="Google Shape;1215;p11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16" name="Google Shape;1216;p11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17" name="Google Shape;1217;p11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18" name="Google Shape;1218;p11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19" name="Google Shape;1219;p11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20" name="Google Shape;1220;p11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3" name="Google Shape;1223;p11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24" name="Google Shape;1224;p11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1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7" name="Google Shape;1227;p11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28" name="Google Shape;1228;p11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29" name="Google Shape;1229;p11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0" name="Google Shape;1230;p11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1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33" name="Google Shape;1233;p11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34" name="Google Shape;1234;p1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5" name="Google Shape;1235;p11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6" name="Google Shape;1236;p11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7" name="Google Shape;1237;p11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8" name="Google Shape;1238;p11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1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1" name="Google Shape;1241;p11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2" name="Google Shape;1242;p11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3" name="Google Shape;1243;p11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4" name="Google Shape;1244;p11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5" name="Google Shape;1245;p11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6" name="Google Shape;1246;p11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7" name="Google Shape;1247;p11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8" name="Google Shape;1248;p11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1" name="Google Shape;1251;p11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1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4" name="Google Shape;1254;p11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5" name="Google Shape;1255;p11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6" name="Google Shape;1256;p11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7" name="Google Shape;1257;p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8" name="Google Shape;1258;p11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59" name="Google Shape;1259;p11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1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2" name="Google Shape;1262;p11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3" name="Google Shape;1263;p11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4" name="Google Shape;1264;p11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5" name="Google Shape;1265;p11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6" name="Google Shape;1266;p11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7" name="Google Shape;1267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8" name="Google Shape;1268;p11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9" name="Google Shape;1269;p11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70" name="Google Shape;1270;p11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1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2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5" name="Google Shape;1275;p12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6" name="Google Shape;1276;p12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7" name="Google Shape;1277;p12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8" name="Google Shape;1278;p12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9" name="Google Shape;1279;p12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0" name="Google Shape;1280;p12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1" name="Google Shape;1281;p12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2" name="Google Shape;1282;p12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12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9" name="Google Shape;1289;p12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2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1" name="Google Shape;1291;p12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2" name="Google Shape;1292;p12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93" name="Google Shape;1293;p12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94" name="Google Shape;1294;p12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95" name="Google Shape;1295;p1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6" name="Google Shape;1296;p1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7" name="Google Shape;1297;p12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98" name="Google Shape;1298;p1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9" name="Google Shape;1299;p12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0" name="Google Shape;1300;p12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1" name="Google Shape;1301;p12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2" name="Google Shape;1302;p12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2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305" name="Google Shape;1305;p12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6" name="Google Shape;1306;p1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07" name="Google Shape;1307;p1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08" name="Google Shape;1308;p1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09" name="Google Shape;1309;p1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0" name="Google Shape;1310;p1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11" name="Google Shape;1311;p1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2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14" name="Google Shape;1314;p12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15" name="Google Shape;1315;p12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16" name="Google Shape;1316;p12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17" name="Google Shape;1317;p12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18" name="Google Shape;1318;p1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9" name="Google Shape;1319;p1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20" name="Google Shape;1320;p1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1" name="Google Shape;1321;p12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2" name="Google Shape;1322;p12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3" name="Google Shape;1323;p12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4" name="Google Shape;1324;p12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325" name="Google Shape;1325;p12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326" name="Google Shape;1326;p12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2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12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330" name="Google Shape;1330;p12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331" name="Google Shape;1331;p12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332" name="Google Shape;1332;p12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33" name="Google Shape;1333;p12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34" name="Google Shape;1334;p12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35" name="Google Shape;1335;p1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36" name="Google Shape;1336;p1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37" name="Google Shape;1337;p12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12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9" name="Google Shape;1339;p12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0" name="Google Shape;1340;p1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2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43" name="Google Shape;1343;p12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4" name="Google Shape;1344;p12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5" name="Google Shape;1345;p12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6" name="Google Shape;1346;p12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347" name="Google Shape;1347;p12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8" name="Google Shape;1348;p12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9" name="Google Shape;1349;p12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0" name="Google Shape;1350;p1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1" name="Google Shape;1351;p1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2" name="Google Shape;1352;p12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353" name="Google Shape;1353;p1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2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7" name="Google Shape;1357;p1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8" name="Google Shape;1358;p1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9" name="Google Shape;1359;p12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360" name="Google Shape;1360;p1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12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2" name="Google Shape;1362;p12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3" name="Google Shape;1363;p12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4" name="Google Shape;1364;p12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5" name="Google Shape;1365;p12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6" name="Google Shape;1366;p12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7" name="Google Shape;1367;p12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8" name="Google Shape;1368;p12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9" name="Google Shape;1369;p12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0" name="Google Shape;1370;p12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1" name="Google Shape;1371;p12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2" name="Google Shape;1372;p12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3" name="Google Shape;1373;p1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4" name="Google Shape;1374;p1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2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77" name="Google Shape;1377;p12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78" name="Google Shape;1378;p12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79" name="Google Shape;1379;p12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80" name="Google Shape;1380;p12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81" name="Google Shape;1381;p12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82" name="Google Shape;1382;p12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83" name="Google Shape;1383;p12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84" name="Google Shape;1384;p12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85" name="Google Shape;1385;p12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86" name="Google Shape;1386;p12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87" name="Google Shape;1387;p12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88" name="Google Shape;1388;p12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89" name="Google Shape;1389;p12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90" name="Google Shape;1390;p12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91" name="Google Shape;1391;p12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92" name="Google Shape;1392;p12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93" name="Google Shape;1393;p12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94" name="Google Shape;1394;p12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95" name="Google Shape;1395;p12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96" name="Google Shape;1396;p12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97" name="Google Shape;1397;p12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398" name="Google Shape;1398;p1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9" name="Google Shape;1399;p1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0" name="Google Shape;1400;p1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2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403" name="Google Shape;1403;p12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404" name="Google Shape;1404;p12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05" name="Google Shape;1405;p12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06" name="Google Shape;1406;p12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07" name="Google Shape;1407;p12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408" name="Google Shape;1408;p1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9" name="Google Shape;1409;p1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10" name="Google Shape;1410;p1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3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13" name="Google Shape;1413;p13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14" name="Google Shape;1414;p13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415" name="Google Shape;1415;p13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416" name="Google Shape;1416;p13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17" name="Google Shape;1417;p13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418" name="Google Shape;1418;p13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9" name="Google Shape;1419;p13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20" name="Google Shape;1420;p13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1" name="Google Shape;1421;p13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2" name="Google Shape;1422;p13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3" name="Google Shape;1423;p13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24" name="Google Shape;1424;p13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5" name="Google Shape;1425;p13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6" name="Google Shape;1426;p13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7" name="Google Shape;1427;p13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28" name="Google Shape;1428;p13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9" name="Google Shape;1429;p13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0" name="Google Shape;1430;p13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1" name="Google Shape;1431;p13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32" name="Google Shape;1432;p13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33" name="Google Shape;1433;p13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4" name="Google Shape;1434;p13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5" name="Google Shape;1435;p13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436" name="Google Shape;1436;p1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7" name="Google Shape;1437;p1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8" name="Google Shape;1438;p1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440" name="Google Shape;1440;p13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1" name="Google Shape;1441;p13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2" name="Google Shape;1442;p13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43" name="Google Shape;1443;p13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44" name="Google Shape;1444;p13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45" name="Google Shape;1445;p13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446" name="Google Shape;1446;p1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13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8" name="Google Shape;1448;p13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9" name="Google Shape;1449;p1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50" name="Google Shape;1450;p1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3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53" name="Google Shape;1453;p13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4" name="Google Shape;1454;p13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5" name="Google Shape;1455;p13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6" name="Google Shape;1456;p13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7" name="Google Shape;1457;p13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8" name="Google Shape;1458;p13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459" name="Google Shape;1459;p13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0" name="Google Shape;1460;p13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1" name="Google Shape;1461;p13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13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64" name="Google Shape;1464;p13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65" name="Google Shape;1465;p13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66" name="Google Shape;1466;p13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67" name="Google Shape;1467;p13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68" name="Google Shape;1468;p13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69" name="Google Shape;1469;p13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70" name="Google Shape;1470;p13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1" name="Google Shape;1471;p13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2" name="Google Shape;1472;p13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3" name="Google Shape;1473;p13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4" name="Google Shape;1474;p13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475" name="Google Shape;1475;p13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76" name="Google Shape;1476;p13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477" name="Google Shape;1477;p13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8" name="Google Shape;1478;p13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79" name="Google Shape;1479;p13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0" name="Google Shape;1480;p13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3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483" name="Google Shape;1483;p13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84" name="Google Shape;1484;p13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85" name="Google Shape;1485;p13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486" name="Google Shape;1486;p13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7" name="Google Shape;1487;p13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88" name="Google Shape;1488;p13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9" name="Google Shape;1489;p13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0" name="Google Shape;1490;p13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91" name="Google Shape;1491;p13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2" name="Google Shape;1492;p13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3" name="Google Shape;1493;p13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94" name="Google Shape;1494;p13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5" name="Google Shape;1495;p13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6" name="Google Shape;1496;p13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97" name="Google Shape;1497;p13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8" name="Google Shape;1498;p13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9" name="Google Shape;1499;p13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0" name="Google Shape;1500;p13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2" name="Google Shape;1502;p13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3" name="Google Shape;1503;p13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4" name="Google Shape;1504;p13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5" name="Google Shape;1505;p13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6" name="Google Shape;1506;p13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7" name="Google Shape;1507;p13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8" name="Google Shape;1508;p13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09" name="Google Shape;1509;p13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0" name="Google Shape;1510;p13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1" name="Google Shape;1511;p13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2" name="Google Shape;1512;p13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3" name="Google Shape;1513;p13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4" name="Google Shape;1514;p13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5" name="Google Shape;1515;p13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6" name="Google Shape;1516;p13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7" name="Google Shape;1517;p13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8" name="Google Shape;1518;p13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9" name="Google Shape;1519;p13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20" name="Google Shape;1520;p13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21" name="Google Shape;1521;p13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2" name="Google Shape;1522;p13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3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525" name="Google Shape;1525;p13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6" name="Google Shape;1526;p13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27" name="Google Shape;1527;p13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28" name="Google Shape;1528;p13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529" name="Google Shape;1529;p13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0" name="Google Shape;1530;p13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531" name="Google Shape;1531;p13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2" name="Google Shape;1532;p13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33" name="Google Shape;1533;p13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34" name="Google Shape;1534;p13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35" name="Google Shape;1535;p13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36" name="Google Shape;1536;p13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3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39" name="Google Shape;1539;p13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40" name="Google Shape;1540;p13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541" name="Google Shape;1541;p13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2" name="Google Shape;1542;p13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3" name="Google Shape;1543;p13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4" name="Google Shape;1544;p13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5" name="Google Shape;1545;p13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6" name="Google Shape;1546;p13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7" name="Google Shape;1547;p13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48" name="Google Shape;1548;p13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9" name="Google Shape;1549;p13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0" name="Google Shape;1550;p13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551" name="Google Shape;1551;p13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2" name="Google Shape;1552;p13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3" name="Google Shape;1553;p13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4" name="Google Shape;1554;p13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55" name="Google Shape;1555;p13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6" name="Google Shape;1556;p13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7" name="Google Shape;1557;p13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8" name="Google Shape;1558;p13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9" name="Google Shape;1559;p13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0" name="Google Shape;1560;p13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1" name="Google Shape;1561;p13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2" name="Google Shape;1562;p13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3" name="Google Shape;1563;p13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4" name="Google Shape;1564;p13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65" name="Google Shape;1565;p13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6" name="Google Shape;1566;p13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3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69" name="Google Shape;1569;p13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70" name="Google Shape;1570;p13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1" name="Google Shape;1571;p13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72" name="Google Shape;1572;p13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73" name="Google Shape;1573;p13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74" name="Google Shape;1574;p13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75" name="Google Shape;1575;p13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76" name="Google Shape;1576;p13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577" name="Google Shape;1577;p13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8" name="Google Shape;1578;p13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79" name="Google Shape;1579;p13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80" name="Google Shape;1580;p13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81" name="Google Shape;1581;p13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82" name="Google Shape;1582;p13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83" name="Google Shape;1583;p13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4" name="Google Shape;1584;p13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5" name="Google Shape;1585;p13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6" name="Google Shape;1586;p13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7" name="Google Shape;1587;p13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88" name="Google Shape;1588;p13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89" name="Google Shape;1589;p13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90" name="Google Shape;1590;p13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91" name="Google Shape;1591;p13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92" name="Google Shape;1592;p13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93" name="Google Shape;1593;p13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4" name="Google Shape;1594;p13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3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97" name="Google Shape;1597;p13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98" name="Google Shape;1598;p13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599" name="Google Shape;1599;p13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0" name="Google Shape;1600;p13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1" name="Google Shape;1601;p13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2" name="Google Shape;1602;p13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3" name="Google Shape;1603;p13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604" name="Google Shape;1604;p13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5" name="Google Shape;1605;p13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06" name="Google Shape;1606;p13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1607" name="Google Shape;1607;p13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608" name="Google Shape;1608;p13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09" name="Google Shape;1609;p13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10" name="Google Shape;1610;p13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11" name="Google Shape;1611;p13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14" name="Google Shape;1614;p1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9" name="Google Shape;1619;p1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2" name="Google Shape;1622;p1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23" name="Google Shape;1623;p14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4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28" name="Google Shape;1628;p14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4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33" name="Google Shape;1633;p1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34" name="Google Shape;1634;p1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4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4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9" name="Google Shape;1639;p14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5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43" name="Google Shape;1643;p15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4" name="Google Shape;1644;p15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5" name="Google Shape;1645;p15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6" name="Google Shape;1646;p15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7" name="Google Shape;1647;p15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8" name="Google Shape;1648;p15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1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51" name="Google Shape;1651;p1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52" name="Google Shape;1652;p1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55" name="Google Shape;1655;p15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56" name="Google Shape;1656;p15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57" name="Google Shape;1657;p15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58" name="Google Shape;1658;p15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5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61" name="Google Shape;1661;p15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62" name="Google Shape;1662;p1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3" name="Google Shape;1663;p15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4" name="Google Shape;1664;p15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5" name="Google Shape;1665;p15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6" name="Google Shape;1666;p15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69" name="Google Shape;1669;p1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70" name="Google Shape;1670;p1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71" name="Google Shape;1671;p1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72" name="Google Shape;1672;p1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3" name="Google Shape;1673;p1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74" name="Google Shape;1674;p1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75" name="Google Shape;1675;p1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76" name="Google Shape;1676;p1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9" name="Google Shape;1679;p15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5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2" name="Google Shape;1682;p15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3" name="Google Shape;1683;p15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4" name="Google Shape;1684;p15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5" name="Google Shape;1685;p1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86" name="Google Shape;1686;p15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87" name="Google Shape;1687;p15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5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90" name="Google Shape;1690;p15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1" name="Google Shape;1691;p15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2" name="Google Shape;1692;p15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93" name="Google Shape;1693;p15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4" name="Google Shape;1694;p15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95" name="Google Shape;1695;p1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6" name="Google Shape;1696;p15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7" name="Google Shape;1697;p15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8" name="Google Shape;1698;p15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5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6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3" name="Google Shape;1703;p16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4" name="Google Shape;1704;p16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5" name="Google Shape;1705;p16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6" name="Google Shape;1706;p16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7" name="Google Shape;1707;p16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8" name="Google Shape;1708;p16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09" name="Google Shape;1709;p16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0" name="Google Shape;1710;p16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1" name="Google Shape;1711;p16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4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68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0.xml"/><Relationship Id="rId21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02.xml"/><Relationship Id="rId23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79.xml"/><Relationship Id="rId2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26" Type="http://schemas.openxmlformats.org/officeDocument/2006/relationships/slideLayout" Target="../slideLayouts/slideLayout104.xml"/><Relationship Id="rId25" Type="http://schemas.openxmlformats.org/officeDocument/2006/relationships/slideLayout" Target="../slideLayouts/slideLayout103.xml"/><Relationship Id="rId28" Type="http://schemas.openxmlformats.org/officeDocument/2006/relationships/slideLayout" Target="../slideLayouts/slideLayout106.xml"/><Relationship Id="rId27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4.xml"/><Relationship Id="rId29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Relationship Id="rId31" Type="http://schemas.openxmlformats.org/officeDocument/2006/relationships/slideLayout" Target="../slideLayouts/slideLayout109.xml"/><Relationship Id="rId30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112.xml"/><Relationship Id="rId15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92.xml"/><Relationship Id="rId36" Type="http://schemas.openxmlformats.org/officeDocument/2006/relationships/slideLayout" Target="../slideLayouts/slideLayout114.xml"/><Relationship Id="rId17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94.xml"/><Relationship Id="rId38" Type="http://schemas.openxmlformats.org/officeDocument/2006/relationships/slideLayout" Target="../slideLayouts/slideLayout116.xml"/><Relationship Id="rId19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96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theme" Target="../theme/theme5.xml"/><Relationship Id="rId20" Type="http://schemas.openxmlformats.org/officeDocument/2006/relationships/slideLayout" Target="../slideLayouts/slideLayout137.xml"/><Relationship Id="rId22" Type="http://schemas.openxmlformats.org/officeDocument/2006/relationships/slideLayout" Target="../slideLayouts/slideLayout139.xml"/><Relationship Id="rId21" Type="http://schemas.openxmlformats.org/officeDocument/2006/relationships/slideLayout" Target="../slideLayouts/slideLayout138.xml"/><Relationship Id="rId24" Type="http://schemas.openxmlformats.org/officeDocument/2006/relationships/slideLayout" Target="../slideLayouts/slideLayout141.xml"/><Relationship Id="rId23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18.xml"/><Relationship Id="rId2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143.xml"/><Relationship Id="rId25" Type="http://schemas.openxmlformats.org/officeDocument/2006/relationships/slideLayout" Target="../slideLayouts/slideLayout142.xml"/><Relationship Id="rId28" Type="http://schemas.openxmlformats.org/officeDocument/2006/relationships/slideLayout" Target="../slideLayouts/slideLayout145.xml"/><Relationship Id="rId27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3.xml"/><Relationship Id="rId29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125.xml"/><Relationship Id="rId31" Type="http://schemas.openxmlformats.org/officeDocument/2006/relationships/slideLayout" Target="../slideLayouts/slideLayout148.xml"/><Relationship Id="rId3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28.xml"/><Relationship Id="rId33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27.xml"/><Relationship Id="rId32" Type="http://schemas.openxmlformats.org/officeDocument/2006/relationships/slideLayout" Target="../slideLayouts/slideLayout149.xml"/><Relationship Id="rId13" Type="http://schemas.openxmlformats.org/officeDocument/2006/relationships/slideLayout" Target="../slideLayouts/slideLayout130.xml"/><Relationship Id="rId35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29.xml"/><Relationship Id="rId34" Type="http://schemas.openxmlformats.org/officeDocument/2006/relationships/slideLayout" Target="../slideLayouts/slideLayout151.xml"/><Relationship Id="rId15" Type="http://schemas.openxmlformats.org/officeDocument/2006/relationships/slideLayout" Target="../slideLayouts/slideLayout132.xml"/><Relationship Id="rId37" Type="http://schemas.openxmlformats.org/officeDocument/2006/relationships/slideLayout" Target="../slideLayouts/slideLayout154.xml"/><Relationship Id="rId14" Type="http://schemas.openxmlformats.org/officeDocument/2006/relationships/slideLayout" Target="../slideLayouts/slideLayout131.xml"/><Relationship Id="rId36" Type="http://schemas.openxmlformats.org/officeDocument/2006/relationships/slideLayout" Target="../slideLayouts/slideLayout153.xml"/><Relationship Id="rId17" Type="http://schemas.openxmlformats.org/officeDocument/2006/relationships/slideLayout" Target="../slideLayouts/slideLayout134.xml"/><Relationship Id="rId39" Type="http://schemas.openxmlformats.org/officeDocument/2006/relationships/slideLayout" Target="../slideLayouts/slideLayout156.xml"/><Relationship Id="rId16" Type="http://schemas.openxmlformats.org/officeDocument/2006/relationships/slideLayout" Target="../slideLayouts/slideLayout133.xml"/><Relationship Id="rId38" Type="http://schemas.openxmlformats.org/officeDocument/2006/relationships/slideLayout" Target="../slideLayouts/slideLayout155.xml"/><Relationship Id="rId19" Type="http://schemas.openxmlformats.org/officeDocument/2006/relationships/slideLayout" Target="../slideLayouts/slideLayout136.xml"/><Relationship Id="rId18" Type="http://schemas.openxmlformats.org/officeDocument/2006/relationships/slideLayout" Target="../slideLayouts/slideLayout1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4" name="Google Shape;434;p4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5" name="Google Shape;435;p4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9" name="Google Shape;859;p8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0" name="Google Shape;860;p8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52" r:id="rId27"/>
    <p:sldLayoutId id="2147483753" r:id="rId28"/>
    <p:sldLayoutId id="2147483754" r:id="rId29"/>
    <p:sldLayoutId id="2147483755" r:id="rId30"/>
    <p:sldLayoutId id="2147483756" r:id="rId31"/>
    <p:sldLayoutId id="2147483757" r:id="rId32"/>
    <p:sldLayoutId id="2147483758" r:id="rId33"/>
    <p:sldLayoutId id="2147483759" r:id="rId34"/>
    <p:sldLayoutId id="2147483760" r:id="rId35"/>
    <p:sldLayoutId id="2147483761" r:id="rId36"/>
    <p:sldLayoutId id="2147483762" r:id="rId37"/>
    <p:sldLayoutId id="2147483763" r:id="rId38"/>
    <p:sldLayoutId id="2147483764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2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6" name="Google Shape;1286;p12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7" name="Google Shape;1287;p12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6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7" name="Google Shape;1717;p16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8" name="Google Shape;1718;p161"/>
          <p:cNvSpPr txBox="1"/>
          <p:nvPr>
            <p:ph type="title"/>
          </p:nvPr>
        </p:nvSpPr>
        <p:spPr>
          <a:xfrm>
            <a:off x="3424650" y="1895400"/>
            <a:ext cx="2294700" cy="74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IronLens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9" name="Google Shape;1719;p161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400"/>
              <a:t>CASPTONE</a:t>
            </a:r>
            <a:endParaRPr b="1" i="1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61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400"/>
              <a:t>V005</a:t>
            </a:r>
            <a:endParaRPr b="1" i="1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16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22" name="Google Shape;1722;p16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23" name="Google Shape;1723;p16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24" name="Google Shape;1724;p161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Aceituno</a:t>
            </a:r>
            <a:endParaRPr/>
          </a:p>
        </p:txBody>
      </p:sp>
      <p:sp>
        <p:nvSpPr>
          <p:cNvPr id="1725" name="Google Shape;1725;p161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Fabian Alarcon</a:t>
            </a:r>
            <a:endParaRPr/>
          </a:p>
        </p:txBody>
      </p:sp>
      <p:pic>
        <p:nvPicPr>
          <p:cNvPr id="1726" name="Google Shape;1726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0779" y="286654"/>
            <a:ext cx="1264800" cy="2738695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7000" fadeDir="5400012" kx="0" rotWithShape="0" algn="bl" stA="20000" stPos="0" sy="-100000" ky="0"/>
          </a:effectLst>
        </p:spPr>
      </p:pic>
      <p:pic>
        <p:nvPicPr>
          <p:cNvPr id="1727" name="Google Shape;1727;p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4050" y="856931"/>
            <a:ext cx="1264800" cy="2738683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12000" fadeDir="5400012" kx="0" rotWithShape="0" algn="bl" stA="22000" stPos="0" sy="-100000" ky="0"/>
          </a:effectLst>
        </p:spPr>
      </p:pic>
      <p:pic>
        <p:nvPicPr>
          <p:cNvPr id="1728" name="Google Shape;1728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16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34" name="Google Shape;1734;p16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35" name="Google Shape;1735;p162"/>
          <p:cNvSpPr txBox="1"/>
          <p:nvPr>
            <p:ph type="title"/>
          </p:nvPr>
        </p:nvSpPr>
        <p:spPr>
          <a:xfrm>
            <a:off x="228600" y="290448"/>
            <a:ext cx="3655800" cy="206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 problema abordamos</a:t>
            </a:r>
            <a:endParaRPr/>
          </a:p>
        </p:txBody>
      </p:sp>
      <p:sp>
        <p:nvSpPr>
          <p:cNvPr id="1736" name="Google Shape;1736;p162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Muchas aplicaciones de entrenamiento no se adaptan al equipamiento real disponible ni al nivel del usuario.</a:t>
            </a:r>
            <a:br>
              <a:rPr lang="en" sz="1400">
                <a:solidFill>
                  <a:schemeClr val="dk2"/>
                </a:solidFill>
              </a:rPr>
            </a:br>
            <a:r>
              <a:rPr lang="en" sz="1400">
                <a:solidFill>
                  <a:schemeClr val="dk2"/>
                </a:solidFill>
              </a:rPr>
              <a:t> Además, muchas personas no saben cómo usar correctamente las máquinas del gimnasio ni cómo registrar su progreso de forma simple.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400">
                <a:solidFill>
                  <a:schemeClr val="dk2"/>
                </a:solidFill>
              </a:rPr>
              <a:t>IronLens</a:t>
            </a:r>
            <a:r>
              <a:rPr lang="en" sz="1400">
                <a:solidFill>
                  <a:schemeClr val="dk2"/>
                </a:solidFill>
              </a:rPr>
              <a:t> busca resolver esa necesidad con una app móvil que apoye el entrenamiento de manera más personalizada y fácil de usar.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1737" name="Google Shape;1737;p16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CAPSTONE	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2" name="Google Shape;1742;p163"/>
          <p:cNvCxnSpPr/>
          <p:nvPr/>
        </p:nvCxnSpPr>
        <p:spPr>
          <a:xfrm>
            <a:off x="3060563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3" name="Google Shape;1743;p163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4" name="Google Shape;1744;p163"/>
          <p:cNvCxnSpPr/>
          <p:nvPr/>
        </p:nvCxnSpPr>
        <p:spPr>
          <a:xfrm>
            <a:off x="5989538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5" name="Google Shape;1745;p163"/>
          <p:cNvSpPr txBox="1"/>
          <p:nvPr>
            <p:ph idx="1" type="subTitle"/>
          </p:nvPr>
        </p:nvSpPr>
        <p:spPr>
          <a:xfrm>
            <a:off x="195450" y="672300"/>
            <a:ext cx="4659900" cy="4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IronLens es una aplicación móvil de entrenamiento personal con apoyo de inteligencia artificial.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app permitirá:</a:t>
            </a:r>
            <a:endParaRPr/>
          </a:p>
        </p:txBody>
      </p:sp>
      <p:sp>
        <p:nvSpPr>
          <p:cNvPr id="1746" name="Google Shape;1746;p163"/>
          <p:cNvSpPr txBox="1"/>
          <p:nvPr>
            <p:ph type="title"/>
          </p:nvPr>
        </p:nvSpPr>
        <p:spPr>
          <a:xfrm>
            <a:off x="228600" y="228600"/>
            <a:ext cx="72234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Solucion</a:t>
            </a:r>
            <a:endParaRPr/>
          </a:p>
        </p:txBody>
      </p:sp>
      <p:sp>
        <p:nvSpPr>
          <p:cNvPr id="1747" name="Google Shape;1747;p16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48" name="Google Shape;1748;p16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49" name="Google Shape;1749;p16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50" name="Google Shape;1750;p163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1" name="Google Shape;1751;p163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2" name="Google Shape;1752;p163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3" name="Google Shape;1753;p163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Reconocer máquinas de gimnasio por fotografía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Reconocerá</a:t>
            </a:r>
            <a:r>
              <a:rPr lang="en"/>
              <a:t> la </a:t>
            </a:r>
            <a:r>
              <a:rPr lang="en"/>
              <a:t>máquina</a:t>
            </a:r>
            <a:r>
              <a:rPr lang="en"/>
              <a:t> agregandola al registro de usuario de </a:t>
            </a:r>
            <a:r>
              <a:rPr lang="en"/>
              <a:t>compendio</a:t>
            </a:r>
            <a:r>
              <a:rPr lang="en"/>
              <a:t> disponible</a:t>
            </a:r>
            <a:endParaRPr/>
          </a:p>
        </p:txBody>
      </p:sp>
      <p:sp>
        <p:nvSpPr>
          <p:cNvPr id="1754" name="Google Shape;1754;p163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Generar rutinas personalizadas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value, describe how it makes your company desirable as a business partner. </a:t>
            </a:r>
            <a:endParaRPr/>
          </a:p>
        </p:txBody>
      </p:sp>
      <p:sp>
        <p:nvSpPr>
          <p:cNvPr id="1755" name="Google Shape;1755;p163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2"/>
                </a:solidFill>
              </a:rPr>
              <a:t>Registrar repeticiones, series y peso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Registrar</a:t>
            </a:r>
            <a:r>
              <a:rPr lang="en"/>
              <a:t>á</a:t>
            </a: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 forma eficiente las repeticiones de cada </a:t>
            </a: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máquina</a:t>
            </a: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que </a:t>
            </a: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utiliza en un dia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16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1761" name="Google Shape;1761;p16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762" name="Google Shape;1762;p164"/>
          <p:cNvSpPr txBox="1"/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general</a:t>
            </a:r>
            <a:endParaRPr/>
          </a:p>
        </p:txBody>
      </p:sp>
      <p:sp>
        <p:nvSpPr>
          <p:cNvPr id="1763" name="Google Shape;1763;p164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Desarrollar una aplicación móvil que entregue rutinas de entrenamiento personalizadas y permita reconocer máquinas de gimnasio, registrar el rendimiento del usuario y visualizar su progreso.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1764" name="Google Shape;1764;p16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CAPSTONE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pic>
        <p:nvPicPr>
          <p:cNvPr id="1765" name="Google Shape;1765;p164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3063" y="491025"/>
            <a:ext cx="1210425" cy="262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165"/>
          <p:cNvSpPr/>
          <p:nvPr/>
        </p:nvSpPr>
        <p:spPr>
          <a:xfrm>
            <a:off x="4594275" y="77547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1" name="Google Shape;1771;p165"/>
          <p:cNvSpPr/>
          <p:nvPr/>
        </p:nvSpPr>
        <p:spPr>
          <a:xfrm>
            <a:off x="4594275" y="14532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2" name="Google Shape;1772;p165"/>
          <p:cNvSpPr/>
          <p:nvPr/>
        </p:nvSpPr>
        <p:spPr>
          <a:xfrm>
            <a:off x="4594275" y="21310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3" name="Google Shape;1773;p165"/>
          <p:cNvSpPr/>
          <p:nvPr/>
        </p:nvSpPr>
        <p:spPr>
          <a:xfrm>
            <a:off x="4594275" y="280882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4" name="Google Shape;1774;p165"/>
          <p:cNvSpPr/>
          <p:nvPr/>
        </p:nvSpPr>
        <p:spPr>
          <a:xfrm>
            <a:off x="4594275" y="348662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775" name="Google Shape;1775;p165"/>
          <p:cNvGrpSpPr/>
          <p:nvPr/>
        </p:nvGrpSpPr>
        <p:grpSpPr>
          <a:xfrm rot="-5400000">
            <a:off x="8531830" y="977650"/>
            <a:ext cx="204654" cy="204654"/>
            <a:chOff x="259788" y="1923155"/>
            <a:chExt cx="409800" cy="409800"/>
          </a:xfrm>
        </p:grpSpPr>
        <p:sp>
          <p:nvSpPr>
            <p:cNvPr id="1776" name="Google Shape;1776;p16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77" name="Google Shape;1777;p16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78" name="Google Shape;1778;p16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9" name="Google Shape;1779;p16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780" name="Google Shape;1780;p165"/>
          <p:cNvGrpSpPr/>
          <p:nvPr/>
        </p:nvGrpSpPr>
        <p:grpSpPr>
          <a:xfrm rot="-5400000">
            <a:off x="8531830" y="1655435"/>
            <a:ext cx="204654" cy="204654"/>
            <a:chOff x="259788" y="1923155"/>
            <a:chExt cx="409800" cy="409800"/>
          </a:xfrm>
        </p:grpSpPr>
        <p:sp>
          <p:nvSpPr>
            <p:cNvPr id="1781" name="Google Shape;1781;p16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82" name="Google Shape;1782;p16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83" name="Google Shape;1783;p16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4" name="Google Shape;1784;p16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785" name="Google Shape;1785;p165"/>
          <p:cNvGrpSpPr/>
          <p:nvPr/>
        </p:nvGrpSpPr>
        <p:grpSpPr>
          <a:xfrm rot="-5400000">
            <a:off x="8531830" y="2333220"/>
            <a:ext cx="204654" cy="204654"/>
            <a:chOff x="259788" y="1923155"/>
            <a:chExt cx="409800" cy="409800"/>
          </a:xfrm>
        </p:grpSpPr>
        <p:sp>
          <p:nvSpPr>
            <p:cNvPr id="1786" name="Google Shape;1786;p16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87" name="Google Shape;1787;p16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88" name="Google Shape;1788;p16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9" name="Google Shape;1789;p16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790" name="Google Shape;1790;p165"/>
          <p:cNvGrpSpPr/>
          <p:nvPr/>
        </p:nvGrpSpPr>
        <p:grpSpPr>
          <a:xfrm rot="-5400000">
            <a:off x="8531830" y="3011005"/>
            <a:ext cx="204654" cy="204654"/>
            <a:chOff x="259788" y="1923155"/>
            <a:chExt cx="409800" cy="409800"/>
          </a:xfrm>
        </p:grpSpPr>
        <p:sp>
          <p:nvSpPr>
            <p:cNvPr id="1791" name="Google Shape;1791;p16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92" name="Google Shape;1792;p16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93" name="Google Shape;1793;p16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4" name="Google Shape;1794;p16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795" name="Google Shape;1795;p16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96" name="Google Shape;1796;p16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97" name="Google Shape;1797;p16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98" name="Google Shape;1798;p165"/>
          <p:cNvSpPr txBox="1"/>
          <p:nvPr>
            <p:ph type="title"/>
          </p:nvPr>
        </p:nvSpPr>
        <p:spPr>
          <a:xfrm>
            <a:off x="186300" y="200400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especificos</a:t>
            </a:r>
            <a:endParaRPr/>
          </a:p>
        </p:txBody>
      </p:sp>
      <p:grpSp>
        <p:nvGrpSpPr>
          <p:cNvPr id="1799" name="Google Shape;1799;p165"/>
          <p:cNvGrpSpPr/>
          <p:nvPr/>
        </p:nvGrpSpPr>
        <p:grpSpPr>
          <a:xfrm rot="-5400000">
            <a:off x="8531830" y="3688790"/>
            <a:ext cx="204654" cy="204654"/>
            <a:chOff x="259788" y="1923155"/>
            <a:chExt cx="409800" cy="409800"/>
          </a:xfrm>
        </p:grpSpPr>
        <p:sp>
          <p:nvSpPr>
            <p:cNvPr id="1800" name="Google Shape;1800;p16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01" name="Google Shape;1801;p16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02" name="Google Shape;1802;p16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3" name="Google Shape;1803;p16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04" name="Google Shape;1804;p165"/>
          <p:cNvSpPr txBox="1"/>
          <p:nvPr>
            <p:ph idx="4" type="subTitle"/>
          </p:nvPr>
        </p:nvSpPr>
        <p:spPr>
          <a:xfrm>
            <a:off x="4719900" y="934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5" name="Google Shape;1805;p165"/>
          <p:cNvSpPr txBox="1"/>
          <p:nvPr>
            <p:ph idx="5" type="subTitle"/>
          </p:nvPr>
        </p:nvSpPr>
        <p:spPr>
          <a:xfrm>
            <a:off x="4719900" y="1610963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6" name="Google Shape;1806;p165"/>
          <p:cNvSpPr txBox="1"/>
          <p:nvPr>
            <p:ph idx="6" type="subTitle"/>
          </p:nvPr>
        </p:nvSpPr>
        <p:spPr>
          <a:xfrm>
            <a:off x="4719900" y="228790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7" name="Google Shape;1807;p165"/>
          <p:cNvSpPr txBox="1"/>
          <p:nvPr>
            <p:ph idx="7" type="subTitle"/>
          </p:nvPr>
        </p:nvSpPr>
        <p:spPr>
          <a:xfrm>
            <a:off x="4719900" y="296918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8" name="Google Shape;1808;p165"/>
          <p:cNvSpPr txBox="1"/>
          <p:nvPr>
            <p:ph idx="8" type="subTitle"/>
          </p:nvPr>
        </p:nvSpPr>
        <p:spPr>
          <a:xfrm>
            <a:off x="4719900" y="364348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9" name="Google Shape;1809;p165"/>
          <p:cNvSpPr txBox="1"/>
          <p:nvPr>
            <p:ph idx="13" type="subTitle"/>
          </p:nvPr>
        </p:nvSpPr>
        <p:spPr>
          <a:xfrm>
            <a:off x="5042400" y="934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Reconocer máquinas de gimnasio mediante fotografía.</a:t>
            </a:r>
            <a:endParaRPr/>
          </a:p>
        </p:txBody>
      </p:sp>
      <p:sp>
        <p:nvSpPr>
          <p:cNvPr id="1810" name="Google Shape;1810;p165"/>
          <p:cNvSpPr txBox="1"/>
          <p:nvPr>
            <p:ph idx="14" type="subTitle"/>
          </p:nvPr>
        </p:nvSpPr>
        <p:spPr>
          <a:xfrm>
            <a:off x="5042400" y="1610963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Permitir registrar repeticiones, series y peso.</a:t>
            </a:r>
            <a:endParaRPr/>
          </a:p>
        </p:txBody>
      </p:sp>
      <p:sp>
        <p:nvSpPr>
          <p:cNvPr id="1811" name="Google Shape;1811;p165"/>
          <p:cNvSpPr txBox="1"/>
          <p:nvPr>
            <p:ph idx="15" type="subTitle"/>
          </p:nvPr>
        </p:nvSpPr>
        <p:spPr>
          <a:xfrm>
            <a:off x="5042400" y="228790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Mostrar la rutina activa de forma clara.</a:t>
            </a:r>
            <a:endParaRPr/>
          </a:p>
        </p:txBody>
      </p:sp>
      <p:sp>
        <p:nvSpPr>
          <p:cNvPr id="1812" name="Google Shape;1812;p165"/>
          <p:cNvSpPr txBox="1"/>
          <p:nvPr>
            <p:ph idx="16" type="subTitle"/>
          </p:nvPr>
        </p:nvSpPr>
        <p:spPr>
          <a:xfrm>
            <a:off x="5042400" y="296918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Guardar el historial de entrenamientos del usuario.</a:t>
            </a:r>
            <a:endParaRPr/>
          </a:p>
        </p:txBody>
      </p:sp>
      <p:sp>
        <p:nvSpPr>
          <p:cNvPr id="1813" name="Google Shape;1813;p165"/>
          <p:cNvSpPr txBox="1"/>
          <p:nvPr>
            <p:ph idx="17" type="subTitle"/>
          </p:nvPr>
        </p:nvSpPr>
        <p:spPr>
          <a:xfrm>
            <a:off x="5042400" y="364348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500"/>
              <a:t>Generar rutinas personalizadas según el nivel y equipamiento disponible.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8" name="Google Shape;1818;p166"/>
          <p:cNvCxnSpPr/>
          <p:nvPr/>
        </p:nvCxnSpPr>
        <p:spPr>
          <a:xfrm>
            <a:off x="234475" y="2205188"/>
            <a:ext cx="7636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19" name="Google Shape;1819;p166"/>
          <p:cNvSpPr/>
          <p:nvPr/>
        </p:nvSpPr>
        <p:spPr>
          <a:xfrm>
            <a:off x="228600" y="1895390"/>
            <a:ext cx="602700" cy="6027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20" name="Google Shape;1820;p166"/>
          <p:cNvSpPr/>
          <p:nvPr/>
        </p:nvSpPr>
        <p:spPr>
          <a:xfrm>
            <a:off x="2034363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21" name="Google Shape;1821;p166"/>
          <p:cNvSpPr/>
          <p:nvPr/>
        </p:nvSpPr>
        <p:spPr>
          <a:xfrm>
            <a:off x="3829950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22" name="Google Shape;1822;p166"/>
          <p:cNvSpPr/>
          <p:nvPr/>
        </p:nvSpPr>
        <p:spPr>
          <a:xfrm>
            <a:off x="5645375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23" name="Google Shape;1823;p166"/>
          <p:cNvSpPr/>
          <p:nvPr/>
        </p:nvSpPr>
        <p:spPr>
          <a:xfrm>
            <a:off x="7460789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24" name="Google Shape;1824;p166"/>
          <p:cNvSpPr txBox="1"/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Alcance del proyecto</a:t>
            </a:r>
            <a:endParaRPr/>
          </a:p>
        </p:txBody>
      </p:sp>
      <p:sp>
        <p:nvSpPr>
          <p:cNvPr id="1825" name="Google Shape;1825;p166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26" name="Google Shape;1826;p166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27" name="Google Shape;1827;p166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28" name="Google Shape;1828;p166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Reconocimiento de máquina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29" name="Google Shape;1829;p166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Registro de ejercicios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166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31" name="Google Shape;1831;p166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32" name="Google Shape;1832;p166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33" name="Google Shape;1833;p166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34" name="Google Shape;1834;p166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35" name="Google Shape;1835;p166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836" name="Google Shape;1836;p166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Generación</a:t>
            </a:r>
            <a:r>
              <a:rPr lang="en"/>
              <a:t> </a:t>
            </a:r>
            <a:r>
              <a:rPr lang="en"/>
              <a:t>de rutina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166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Historial de </a:t>
            </a:r>
            <a:r>
              <a:rPr lang="en"/>
              <a:t>entrenamiento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166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166"/>
          <p:cNvSpPr txBox="1"/>
          <p:nvPr>
            <p:ph idx="2" type="body"/>
          </p:nvPr>
        </p:nvSpPr>
        <p:spPr>
          <a:xfrm>
            <a:off x="246150" y="3099175"/>
            <a:ext cx="1458000" cy="6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Permitirá</a:t>
            </a:r>
            <a:r>
              <a:rPr lang="en"/>
              <a:t> el reconocimiento a </a:t>
            </a:r>
            <a:r>
              <a:rPr lang="en"/>
              <a:t>través</a:t>
            </a:r>
            <a:r>
              <a:rPr lang="en"/>
              <a:t> de </a:t>
            </a:r>
            <a:r>
              <a:rPr lang="en"/>
              <a:t>inteligencia</a:t>
            </a:r>
            <a:r>
              <a:rPr lang="en"/>
              <a:t> artificial</a:t>
            </a:r>
            <a:endParaRPr/>
          </a:p>
        </p:txBody>
      </p:sp>
      <p:sp>
        <p:nvSpPr>
          <p:cNvPr id="1840" name="Google Shape;1840;p166"/>
          <p:cNvSpPr txBox="1"/>
          <p:nvPr>
            <p:ph idx="1" type="body"/>
          </p:nvPr>
        </p:nvSpPr>
        <p:spPr>
          <a:xfrm>
            <a:off x="2054000" y="3083550"/>
            <a:ext cx="13776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Ligado al reconocimiento de maquin permitiremos anotar progreso del </a:t>
            </a:r>
            <a:r>
              <a:rPr lang="en"/>
              <a:t>ejercicio</a:t>
            </a:r>
            <a:endParaRPr/>
          </a:p>
        </p:txBody>
      </p:sp>
      <p:sp>
        <p:nvSpPr>
          <p:cNvPr id="1841" name="Google Shape;1841;p166"/>
          <p:cNvSpPr txBox="1"/>
          <p:nvPr>
            <p:ph idx="4" type="body"/>
          </p:nvPr>
        </p:nvSpPr>
        <p:spPr>
          <a:xfrm>
            <a:off x="3848250" y="3099172"/>
            <a:ext cx="1458000" cy="6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</a:t>
            </a:r>
            <a:r>
              <a:rPr lang="en"/>
              <a:t>generará</a:t>
            </a:r>
            <a:r>
              <a:rPr lang="en"/>
              <a:t> rutinas en base a las </a:t>
            </a:r>
            <a:r>
              <a:rPr lang="en"/>
              <a:t>máquina</a:t>
            </a:r>
            <a:r>
              <a:rPr lang="en"/>
              <a:t> </a:t>
            </a:r>
            <a:r>
              <a:rPr lang="en"/>
              <a:t>disponibles</a:t>
            </a:r>
            <a:endParaRPr/>
          </a:p>
        </p:txBody>
      </p:sp>
      <p:sp>
        <p:nvSpPr>
          <p:cNvPr id="1842" name="Google Shape;1842;p166"/>
          <p:cNvSpPr txBox="1"/>
          <p:nvPr>
            <p:ph idx="6" type="body"/>
          </p:nvPr>
        </p:nvSpPr>
        <p:spPr>
          <a:xfrm>
            <a:off x="5634175" y="3099288"/>
            <a:ext cx="1458000" cy="6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usuario </a:t>
            </a:r>
            <a:r>
              <a:rPr lang="en"/>
              <a:t>podrá</a:t>
            </a:r>
            <a:r>
              <a:rPr lang="en"/>
              <a:t> acceder a su historial y ver </a:t>
            </a:r>
            <a:r>
              <a:rPr lang="en"/>
              <a:t>gráficas</a:t>
            </a:r>
            <a:r>
              <a:rPr lang="en"/>
              <a:t> de mejor</a:t>
            </a:r>
            <a:endParaRPr/>
          </a:p>
        </p:txBody>
      </p:sp>
      <p:sp>
        <p:nvSpPr>
          <p:cNvPr id="1843" name="Google Shape;1843;p166"/>
          <p:cNvSpPr txBox="1"/>
          <p:nvPr>
            <p:ph idx="26" type="body"/>
          </p:nvPr>
        </p:nvSpPr>
        <p:spPr>
          <a:xfrm>
            <a:off x="7450350" y="3099175"/>
            <a:ext cx="1458000" cy="6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Según</a:t>
            </a:r>
            <a:r>
              <a:rPr lang="en"/>
              <a:t> la prioridad se evaluaran mejoras en la plataforma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16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49" name="Google Shape;1849;p16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50" name="Google Shape;1850;p16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51" name="Google Shape;1851;p167" title="A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975" y="167175"/>
            <a:ext cx="2018708" cy="437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67" title="Dashboard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7083" y="167175"/>
            <a:ext cx="2018708" cy="437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3" name="Google Shape;1853;p167" title="Dashboar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8190" y="167175"/>
            <a:ext cx="2018708" cy="437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4" name="Google Shape;1854;p167" title="Sign I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9298" y="167175"/>
            <a:ext cx="2018707" cy="437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168"/>
          <p:cNvSpPr txBox="1"/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Tecnologico</a:t>
            </a:r>
            <a:endParaRPr/>
          </a:p>
        </p:txBody>
      </p:sp>
      <p:sp>
        <p:nvSpPr>
          <p:cNvPr id="1860" name="Google Shape;1860;p16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61" name="Google Shape;1861;p16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62" name="Google Shape;1862;p16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63" name="Google Shape;1863;p168"/>
          <p:cNvSpPr/>
          <p:nvPr/>
        </p:nvSpPr>
        <p:spPr>
          <a:xfrm>
            <a:off x="381009" y="1735800"/>
            <a:ext cx="2101200" cy="13596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4" name="Google Shape;1864;p168"/>
          <p:cNvSpPr/>
          <p:nvPr/>
        </p:nvSpPr>
        <p:spPr>
          <a:xfrm>
            <a:off x="2574436" y="1735800"/>
            <a:ext cx="2101200" cy="13596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5" name="Google Shape;1865;p168"/>
          <p:cNvSpPr/>
          <p:nvPr/>
        </p:nvSpPr>
        <p:spPr>
          <a:xfrm>
            <a:off x="6966035" y="1735800"/>
            <a:ext cx="2093100" cy="13596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6" name="Google Shape;1866;p168"/>
          <p:cNvSpPr/>
          <p:nvPr/>
        </p:nvSpPr>
        <p:spPr>
          <a:xfrm>
            <a:off x="4767824" y="1735800"/>
            <a:ext cx="2101200" cy="13596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7" name="Google Shape;1867;p168"/>
          <p:cNvSpPr txBox="1"/>
          <p:nvPr>
            <p:ph idx="4294967295" type="title"/>
          </p:nvPr>
        </p:nvSpPr>
        <p:spPr>
          <a:xfrm>
            <a:off x="507625" y="1927875"/>
            <a:ext cx="305400" cy="5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A76FF"/>
                </a:solidFill>
              </a:rPr>
              <a:t>1</a:t>
            </a:r>
            <a:endParaRPr>
              <a:solidFill>
                <a:srgbClr val="BA76FF"/>
              </a:solidFill>
            </a:endParaRPr>
          </a:p>
        </p:txBody>
      </p:sp>
      <p:sp>
        <p:nvSpPr>
          <p:cNvPr id="1868" name="Google Shape;1868;p168"/>
          <p:cNvSpPr txBox="1"/>
          <p:nvPr>
            <p:ph idx="16" type="subTitle"/>
          </p:nvPr>
        </p:nvSpPr>
        <p:spPr>
          <a:xfrm>
            <a:off x="813025" y="2076825"/>
            <a:ext cx="847500" cy="2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FEFEF"/>
                </a:solidFill>
              </a:rPr>
              <a:t>Flutter</a:t>
            </a:r>
            <a:endParaRPr b="1" sz="1200">
              <a:solidFill>
                <a:srgbClr val="EFEFEF"/>
              </a:solidFill>
            </a:endParaRPr>
          </a:p>
        </p:txBody>
      </p:sp>
      <p:sp>
        <p:nvSpPr>
          <p:cNvPr id="1869" name="Google Shape;1869;p168"/>
          <p:cNvSpPr txBox="1"/>
          <p:nvPr>
            <p:ph idx="2" type="body"/>
          </p:nvPr>
        </p:nvSpPr>
        <p:spPr>
          <a:xfrm>
            <a:off x="507625" y="2617425"/>
            <a:ext cx="1826700" cy="4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una portabilidad y desarrollo fluido</a:t>
            </a:r>
            <a:endParaRPr/>
          </a:p>
        </p:txBody>
      </p:sp>
      <p:sp>
        <p:nvSpPr>
          <p:cNvPr id="1870" name="Google Shape;1870;p168"/>
          <p:cNvSpPr txBox="1"/>
          <p:nvPr>
            <p:ph idx="4294967295" type="title"/>
          </p:nvPr>
        </p:nvSpPr>
        <p:spPr>
          <a:xfrm>
            <a:off x="2696275" y="1927875"/>
            <a:ext cx="1862100" cy="2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A76FF"/>
                </a:solidFill>
              </a:rPr>
              <a:t>2</a:t>
            </a:r>
            <a:endParaRPr>
              <a:solidFill>
                <a:srgbClr val="BA76FF"/>
              </a:solidFill>
            </a:endParaRPr>
          </a:p>
        </p:txBody>
      </p:sp>
      <p:sp>
        <p:nvSpPr>
          <p:cNvPr id="1871" name="Google Shape;1871;p168"/>
          <p:cNvSpPr txBox="1"/>
          <p:nvPr>
            <p:ph idx="17" type="subTitle"/>
          </p:nvPr>
        </p:nvSpPr>
        <p:spPr>
          <a:xfrm>
            <a:off x="3096100" y="2165325"/>
            <a:ext cx="10578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</a:rPr>
              <a:t>SupaBase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872" name="Google Shape;1872;p168"/>
          <p:cNvSpPr txBox="1"/>
          <p:nvPr>
            <p:ph idx="4294967295" type="body"/>
          </p:nvPr>
        </p:nvSpPr>
        <p:spPr>
          <a:xfrm>
            <a:off x="2696275" y="2504325"/>
            <a:ext cx="1794900" cy="5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Cómo “database as a service” tenemos la opción de usar SupaBase con PostgreSQL</a:t>
            </a:r>
            <a:endParaRPr sz="900"/>
          </a:p>
        </p:txBody>
      </p:sp>
      <p:sp>
        <p:nvSpPr>
          <p:cNvPr id="1873" name="Google Shape;1873;p168"/>
          <p:cNvSpPr txBox="1"/>
          <p:nvPr>
            <p:ph idx="4294967295" type="title"/>
          </p:nvPr>
        </p:nvSpPr>
        <p:spPr>
          <a:xfrm>
            <a:off x="4897900" y="1927875"/>
            <a:ext cx="1862100" cy="2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A76FF"/>
                </a:solidFill>
              </a:rPr>
              <a:t>3</a:t>
            </a:r>
            <a:endParaRPr>
              <a:solidFill>
                <a:srgbClr val="BA76FF"/>
              </a:solidFill>
            </a:endParaRPr>
          </a:p>
        </p:txBody>
      </p:sp>
      <p:sp>
        <p:nvSpPr>
          <p:cNvPr id="1874" name="Google Shape;1874;p168"/>
          <p:cNvSpPr txBox="1"/>
          <p:nvPr>
            <p:ph idx="7" type="subTitle"/>
          </p:nvPr>
        </p:nvSpPr>
        <p:spPr>
          <a:xfrm>
            <a:off x="5260898" y="2165325"/>
            <a:ext cx="1002600" cy="20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Urbanist"/>
                <a:ea typeface="Urbanist"/>
                <a:cs typeface="Urbanist"/>
                <a:sym typeface="Urbanist"/>
              </a:rPr>
              <a:t>Fast API</a:t>
            </a:r>
            <a:endParaRPr b="1" sz="12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75" name="Google Shape;1875;p168"/>
          <p:cNvSpPr txBox="1"/>
          <p:nvPr>
            <p:ph idx="4294967295" type="body"/>
          </p:nvPr>
        </p:nvSpPr>
        <p:spPr>
          <a:xfrm>
            <a:off x="4907475" y="2560875"/>
            <a:ext cx="18267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Para infraestructura en back-end</a:t>
            </a:r>
            <a:endParaRPr sz="1000"/>
          </a:p>
        </p:txBody>
      </p:sp>
      <p:sp>
        <p:nvSpPr>
          <p:cNvPr id="1876" name="Google Shape;1876;p168"/>
          <p:cNvSpPr txBox="1"/>
          <p:nvPr>
            <p:ph idx="4294967295" type="title"/>
          </p:nvPr>
        </p:nvSpPr>
        <p:spPr>
          <a:xfrm>
            <a:off x="7094700" y="1927875"/>
            <a:ext cx="1862100" cy="2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A76FF"/>
                </a:solidFill>
              </a:rPr>
              <a:t>4</a:t>
            </a:r>
            <a:endParaRPr>
              <a:solidFill>
                <a:srgbClr val="BA76FF"/>
              </a:solidFill>
            </a:endParaRPr>
          </a:p>
        </p:txBody>
      </p:sp>
      <p:sp>
        <p:nvSpPr>
          <p:cNvPr id="1877" name="Google Shape;1877;p168"/>
          <p:cNvSpPr txBox="1"/>
          <p:nvPr>
            <p:ph idx="8" type="subTitle"/>
          </p:nvPr>
        </p:nvSpPr>
        <p:spPr>
          <a:xfrm>
            <a:off x="7401775" y="2149425"/>
            <a:ext cx="1101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Urbanist"/>
                <a:ea typeface="Urbanist"/>
                <a:cs typeface="Urbanist"/>
                <a:sym typeface="Urbanist"/>
              </a:rPr>
              <a:t>Modelos IA</a:t>
            </a:r>
            <a:endParaRPr b="1" sz="11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78" name="Google Shape;1878;p168"/>
          <p:cNvSpPr txBox="1"/>
          <p:nvPr>
            <p:ph idx="4294967295" type="body"/>
          </p:nvPr>
        </p:nvSpPr>
        <p:spPr>
          <a:xfrm>
            <a:off x="7116775" y="2560875"/>
            <a:ext cx="17916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Detección y mejora de rutinas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169"/>
          <p:cNvSpPr txBox="1"/>
          <p:nvPr>
            <p:ph type="title"/>
          </p:nvPr>
        </p:nvSpPr>
        <p:spPr>
          <a:xfrm>
            <a:off x="3424650" y="1895400"/>
            <a:ext cx="2294700" cy="74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Cierre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84" name="Google Shape;1884;p16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85" name="Google Shape;1885;p16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86" name="Google Shape;1886;p16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87" name="Google Shape;1887;p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